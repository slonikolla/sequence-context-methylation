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Liver</c:v>
                </c:pt>
              </c:strCache>
            </c:strRef>
          </c:tx>
          <c:cat>
            <c:numRef>
              <c:f>Sheet1!$A$2:$A$257</c:f>
              <c:numCache>
                <c:formatCode>General</c:formatCode>
                <c:ptCount val="2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</c:numCache>
            </c:numRef>
          </c:cat>
          <c:val>
            <c:numRef>
              <c:f>Sheet1!$B$2:$B$257</c:f>
              <c:numCache>
                <c:formatCode>General</c:formatCode>
                <c:ptCount val="256"/>
                <c:pt idx="0">
                  <c:v>37.56019331657311</c:v>
                </c:pt>
                <c:pt idx="1">
                  <c:v>42.66775790698304</c:v>
                </c:pt>
                <c:pt idx="2">
                  <c:v>42.13678913782925</c:v>
                </c:pt>
                <c:pt idx="3">
                  <c:v>43.009377184925214</c:v>
                </c:pt>
                <c:pt idx="4">
                  <c:v>46.23313829228128</c:v>
                </c:pt>
                <c:pt idx="5">
                  <c:v>43.02475844355529</c:v>
                </c:pt>
                <c:pt idx="6">
                  <c:v>44.74508775276612</c:v>
                </c:pt>
                <c:pt idx="7">
                  <c:v>44.40733737539821</c:v>
                </c:pt>
                <c:pt idx="8">
                  <c:v>41.44023491478581</c:v>
                </c:pt>
                <c:pt idx="9">
                  <c:v>46.72566109896147</c:v>
                </c:pt>
                <c:pt idx="10">
                  <c:v>45.14882250730157</c:v>
                </c:pt>
                <c:pt idx="11">
                  <c:v>47.90289269874892</c:v>
                </c:pt>
                <c:pt idx="12">
                  <c:v>50.963156215394434</c:v>
                </c:pt>
                <c:pt idx="13">
                  <c:v>47.06321955844508</c:v>
                </c:pt>
                <c:pt idx="14">
                  <c:v>50.41428996577551</c:v>
                </c:pt>
                <c:pt idx="15">
                  <c:v>45.55571976169584</c:v>
                </c:pt>
                <c:pt idx="16">
                  <c:v>46.37843449187047</c:v>
                </c:pt>
                <c:pt idx="17">
                  <c:v>47.63194739075095</c:v>
                </c:pt>
                <c:pt idx="18">
                  <c:v>53.130403354055225</c:v>
                </c:pt>
                <c:pt idx="19">
                  <c:v>51.52613933401523</c:v>
                </c:pt>
                <c:pt idx="20">
                  <c:v>49.4401316536148</c:v>
                </c:pt>
                <c:pt idx="21">
                  <c:v>54.30384445982508</c:v>
                </c:pt>
                <c:pt idx="22">
                  <c:v>52.5034924749766</c:v>
                </c:pt>
                <c:pt idx="23">
                  <c:v>49.09574935643875</c:v>
                </c:pt>
                <c:pt idx="24">
                  <c:v>50.62259197932232</c:v>
                </c:pt>
                <c:pt idx="25">
                  <c:v>52.48253259884248</c:v>
                </c:pt>
                <c:pt idx="26">
                  <c:v>52.26504972954109</c:v>
                </c:pt>
                <c:pt idx="27">
                  <c:v>49.82056129375977</c:v>
                </c:pt>
                <c:pt idx="28">
                  <c:v>50.808930425752855</c:v>
                </c:pt>
                <c:pt idx="29">
                  <c:v>55.18982757515544</c:v>
                </c:pt>
                <c:pt idx="30">
                  <c:v>51.11067527608473</c:v>
                </c:pt>
                <c:pt idx="31">
                  <c:v>50.25824026150912</c:v>
                </c:pt>
                <c:pt idx="32">
                  <c:v>54.918685677530014</c:v>
                </c:pt>
                <c:pt idx="33">
                  <c:v>65.73524041387705</c:v>
                </c:pt>
                <c:pt idx="34">
                  <c:v>48.91856032623149</c:v>
                </c:pt>
                <c:pt idx="35">
                  <c:v>49.90422159786759</c:v>
                </c:pt>
                <c:pt idx="36">
                  <c:v>48.84986892966633</c:v>
                </c:pt>
                <c:pt idx="37">
                  <c:v>62.63405797101449</c:v>
                </c:pt>
                <c:pt idx="38">
                  <c:v>47.29318376271509</c:v>
                </c:pt>
                <c:pt idx="39">
                  <c:v>51.446017937824536</c:v>
                </c:pt>
                <c:pt idx="40">
                  <c:v>54.62935226410062</c:v>
                </c:pt>
                <c:pt idx="41">
                  <c:v>63.894366197183096</c:v>
                </c:pt>
                <c:pt idx="42">
                  <c:v>54.41447713509132</c:v>
                </c:pt>
                <c:pt idx="43">
                  <c:v>70.16370439663237</c:v>
                </c:pt>
                <c:pt idx="44">
                  <c:v>53.0320090572252</c:v>
                </c:pt>
                <c:pt idx="45">
                  <c:v>51.23430560556956</c:v>
                </c:pt>
                <c:pt idx="46">
                  <c:v>52.71929573022109</c:v>
                </c:pt>
                <c:pt idx="47">
                  <c:v>56.02863026974641</c:v>
                </c:pt>
                <c:pt idx="48">
                  <c:v>51.480399742101866</c:v>
                </c:pt>
                <c:pt idx="49">
                  <c:v>50.85817781649778</c:v>
                </c:pt>
                <c:pt idx="50">
                  <c:v>48.24864187212704</c:v>
                </c:pt>
                <c:pt idx="51">
                  <c:v>54.77307402382029</c:v>
                </c:pt>
                <c:pt idx="52">
                  <c:v>50.20999546690843</c:v>
                </c:pt>
                <c:pt idx="53">
                  <c:v>55.61389467888465</c:v>
                </c:pt>
                <c:pt idx="54">
                  <c:v>55.84748807960749</c:v>
                </c:pt>
                <c:pt idx="55">
                  <c:v>45.07635593220339</c:v>
                </c:pt>
                <c:pt idx="56">
                  <c:v>53.77782972009583</c:v>
                </c:pt>
                <c:pt idx="57">
                  <c:v>53.42083843864869</c:v>
                </c:pt>
                <c:pt idx="58">
                  <c:v>55.49543213933618</c:v>
                </c:pt>
                <c:pt idx="59">
                  <c:v>55.73655092309573</c:v>
                </c:pt>
                <c:pt idx="60">
                  <c:v>52.98738021325415</c:v>
                </c:pt>
                <c:pt idx="61">
                  <c:v>57.0170639219935</c:v>
                </c:pt>
                <c:pt idx="62">
                  <c:v>54.50588488589063</c:v>
                </c:pt>
                <c:pt idx="63">
                  <c:v>59.940108585001695</c:v>
                </c:pt>
                <c:pt idx="64">
                  <c:v>54.10033957263541</c:v>
                </c:pt>
                <c:pt idx="65">
                  <c:v>52.20797736010252</c:v>
                </c:pt>
                <c:pt idx="66">
                  <c:v>66.85454545454546</c:v>
                </c:pt>
                <c:pt idx="67">
                  <c:v>58.513221749034365</c:v>
                </c:pt>
                <c:pt idx="68">
                  <c:v>53.04783908670834</c:v>
                </c:pt>
                <c:pt idx="69">
                  <c:v>54.31128794266442</c:v>
                </c:pt>
                <c:pt idx="70">
                  <c:v>55.68159021406728</c:v>
                </c:pt>
                <c:pt idx="71">
                  <c:v>60.5563392396353</c:v>
                </c:pt>
                <c:pt idx="72">
                  <c:v>54.82768520252137</c:v>
                </c:pt>
                <c:pt idx="73">
                  <c:v>58.85815167331901</c:v>
                </c:pt>
                <c:pt idx="74">
                  <c:v>51.47660671613634</c:v>
                </c:pt>
                <c:pt idx="75">
                  <c:v>57.14782743758009</c:v>
                </c:pt>
                <c:pt idx="76">
                  <c:v>57.29604459003569</c:v>
                </c:pt>
                <c:pt idx="77">
                  <c:v>54.59281075366259</c:v>
                </c:pt>
                <c:pt idx="78">
                  <c:v>60.088893065213306</c:v>
                </c:pt>
                <c:pt idx="79">
                  <c:v>60.27615977898009</c:v>
                </c:pt>
                <c:pt idx="80">
                  <c:v>62.07882438467131</c:v>
                </c:pt>
                <c:pt idx="81">
                  <c:v>56.06194106629383</c:v>
                </c:pt>
                <c:pt idx="82">
                  <c:v>56.68343837173262</c:v>
                </c:pt>
                <c:pt idx="83">
                  <c:v>55.02487307790643</c:v>
                </c:pt>
                <c:pt idx="84">
                  <c:v>56.05336622345226</c:v>
                </c:pt>
                <c:pt idx="85">
                  <c:v>57.63156043337555</c:v>
                </c:pt>
                <c:pt idx="86">
                  <c:v>66.41540404040404</c:v>
                </c:pt>
                <c:pt idx="87">
                  <c:v>54.478579356270814</c:v>
                </c:pt>
                <c:pt idx="88">
                  <c:v>56.07736107543454</c:v>
                </c:pt>
                <c:pt idx="89">
                  <c:v>56.55918745320566</c:v>
                </c:pt>
                <c:pt idx="90">
                  <c:v>59.49245832230749</c:v>
                </c:pt>
                <c:pt idx="91">
                  <c:v>58.70239719352953</c:v>
                </c:pt>
                <c:pt idx="92">
                  <c:v>56.22287649817613</c:v>
                </c:pt>
                <c:pt idx="93">
                  <c:v>56.534954007884366</c:v>
                </c:pt>
                <c:pt idx="94">
                  <c:v>59.25447846525219</c:v>
                </c:pt>
                <c:pt idx="95">
                  <c:v>58.59181775918177</c:v>
                </c:pt>
                <c:pt idx="96">
                  <c:v>69.5127659574468</c:v>
                </c:pt>
                <c:pt idx="97">
                  <c:v>60.00523993381136</c:v>
                </c:pt>
                <c:pt idx="98">
                  <c:v>61.44072667556194</c:v>
                </c:pt>
                <c:pt idx="99">
                  <c:v>59.05239661654135</c:v>
                </c:pt>
                <c:pt idx="100">
                  <c:v>60.25147313691508</c:v>
                </c:pt>
                <c:pt idx="101">
                  <c:v>66.88359569179785</c:v>
                </c:pt>
                <c:pt idx="102">
                  <c:v>60.791688144329896</c:v>
                </c:pt>
                <c:pt idx="103">
                  <c:v>59.35873493975904</c:v>
                </c:pt>
                <c:pt idx="104">
                  <c:v>59.76420269642027</c:v>
                </c:pt>
                <c:pt idx="105">
                  <c:v>58.94648921523635</c:v>
                </c:pt>
                <c:pt idx="106">
                  <c:v>67.31547260686334</c:v>
                </c:pt>
                <c:pt idx="107">
                  <c:v>51.04034538780913</c:v>
                </c:pt>
                <c:pt idx="108">
                  <c:v>65.00468431771894</c:v>
                </c:pt>
                <c:pt idx="109">
                  <c:v>58.21121687676872</c:v>
                </c:pt>
                <c:pt idx="110">
                  <c:v>59.94274941995359</c:v>
                </c:pt>
                <c:pt idx="111">
                  <c:v>60.08901770003105</c:v>
                </c:pt>
                <c:pt idx="112">
                  <c:v>51.82465739415013</c:v>
                </c:pt>
                <c:pt idx="113">
                  <c:v>62.66971763579804</c:v>
                </c:pt>
                <c:pt idx="114">
                  <c:v>57.79660251197253</c:v>
                </c:pt>
                <c:pt idx="115">
                  <c:v>59.54383849385405</c:v>
                </c:pt>
                <c:pt idx="116">
                  <c:v>59.2145467322558</c:v>
                </c:pt>
                <c:pt idx="117">
                  <c:v>61.08455664816432</c:v>
                </c:pt>
                <c:pt idx="118">
                  <c:v>60.08116259939676</c:v>
                </c:pt>
                <c:pt idx="119">
                  <c:v>61.74743346955049</c:v>
                </c:pt>
                <c:pt idx="120">
                  <c:v>48.12406955105838</c:v>
                </c:pt>
                <c:pt idx="121">
                  <c:v>63.56492027334852</c:v>
                </c:pt>
                <c:pt idx="122">
                  <c:v>61.281057331160085</c:v>
                </c:pt>
                <c:pt idx="123">
                  <c:v>69.81266490765171</c:v>
                </c:pt>
                <c:pt idx="124">
                  <c:v>61.14484290701365</c:v>
                </c:pt>
                <c:pt idx="125">
                  <c:v>63.82778164462563</c:v>
                </c:pt>
                <c:pt idx="126">
                  <c:v>74.65180630284397</c:v>
                </c:pt>
                <c:pt idx="127">
                  <c:v>69.85673959068454</c:v>
                </c:pt>
                <c:pt idx="128">
                  <c:v>58.8376445526476</c:v>
                </c:pt>
                <c:pt idx="129">
                  <c:v>69.76369168356997</c:v>
                </c:pt>
                <c:pt idx="130">
                  <c:v>63.8410466466956</c:v>
                </c:pt>
                <c:pt idx="131">
                  <c:v>64.32109761120263</c:v>
                </c:pt>
                <c:pt idx="132">
                  <c:v>61.949461262185736</c:v>
                </c:pt>
                <c:pt idx="133">
                  <c:v>60.77510717548668</c:v>
                </c:pt>
                <c:pt idx="134">
                  <c:v>72.69315673289184</c:v>
                </c:pt>
                <c:pt idx="135">
                  <c:v>64.80848922070297</c:v>
                </c:pt>
                <c:pt idx="136">
                  <c:v>57.67182699597016</c:v>
                </c:pt>
                <c:pt idx="137">
                  <c:v>61.65890535228304</c:v>
                </c:pt>
                <c:pt idx="138">
                  <c:v>65.54145484215151</c:v>
                </c:pt>
                <c:pt idx="139">
                  <c:v>71.29771908763506</c:v>
                </c:pt>
                <c:pt idx="140">
                  <c:v>59.89155889549109</c:v>
                </c:pt>
                <c:pt idx="141">
                  <c:v>71.79476584022039</c:v>
                </c:pt>
                <c:pt idx="142">
                  <c:v>62.97406362639085</c:v>
                </c:pt>
                <c:pt idx="143">
                  <c:v>60.91959890610757</c:v>
                </c:pt>
                <c:pt idx="144">
                  <c:v>60.83758677011025</c:v>
                </c:pt>
                <c:pt idx="145">
                  <c:v>61.78636298111576</c:v>
                </c:pt>
                <c:pt idx="146">
                  <c:v>64.81077179344808</c:v>
                </c:pt>
                <c:pt idx="147">
                  <c:v>65.29791610284168</c:v>
                </c:pt>
                <c:pt idx="148">
                  <c:v>62.53462379019669</c:v>
                </c:pt>
                <c:pt idx="149">
                  <c:v>64.54638615014362</c:v>
                </c:pt>
                <c:pt idx="150">
                  <c:v>63.842959071385465</c:v>
                </c:pt>
                <c:pt idx="151">
                  <c:v>65.04355909694556</c:v>
                </c:pt>
                <c:pt idx="152">
                  <c:v>64.36738048886005</c:v>
                </c:pt>
                <c:pt idx="153">
                  <c:v>65.90883948516115</c:v>
                </c:pt>
                <c:pt idx="154">
                  <c:v>56.29079441760601</c:v>
                </c:pt>
                <c:pt idx="155">
                  <c:v>72.18397085610201</c:v>
                </c:pt>
                <c:pt idx="156">
                  <c:v>61.97950518032045</c:v>
                </c:pt>
                <c:pt idx="157">
                  <c:v>66.45054432348367</c:v>
                </c:pt>
                <c:pt idx="158">
                  <c:v>65.10772626931568</c:v>
                </c:pt>
                <c:pt idx="159">
                  <c:v>63.17844420086319</c:v>
                </c:pt>
                <c:pt idx="160">
                  <c:v>63.92877062514525</c:v>
                </c:pt>
                <c:pt idx="161">
                  <c:v>65.9695610381288</c:v>
                </c:pt>
                <c:pt idx="162">
                  <c:v>66.43133905507874</c:v>
                </c:pt>
                <c:pt idx="163">
                  <c:v>67.37615768226074</c:v>
                </c:pt>
                <c:pt idx="164">
                  <c:v>61.72670157068063</c:v>
                </c:pt>
                <c:pt idx="165">
                  <c:v>64.79670063076176</c:v>
                </c:pt>
                <c:pt idx="166">
                  <c:v>59.75606583620991</c:v>
                </c:pt>
                <c:pt idx="167">
                  <c:v>61.9371203728464</c:v>
                </c:pt>
                <c:pt idx="168">
                  <c:v>72.79861591695501</c:v>
                </c:pt>
                <c:pt idx="169">
                  <c:v>69.13140182750168</c:v>
                </c:pt>
                <c:pt idx="170">
                  <c:v>62.56320057238254</c:v>
                </c:pt>
                <c:pt idx="171">
                  <c:v>69.6300518134715</c:v>
                </c:pt>
                <c:pt idx="172">
                  <c:v>60.871629848669336</c:v>
                </c:pt>
                <c:pt idx="173">
                  <c:v>72.30314097881666</c:v>
                </c:pt>
                <c:pt idx="174">
                  <c:v>64.50457007447528</c:v>
                </c:pt>
                <c:pt idx="175">
                  <c:v>62.30804170537834</c:v>
                </c:pt>
                <c:pt idx="176">
                  <c:v>72.00853727945362</c:v>
                </c:pt>
                <c:pt idx="177">
                  <c:v>65.34828864976595</c:v>
                </c:pt>
                <c:pt idx="178">
                  <c:v>66.41697773201184</c:v>
                </c:pt>
                <c:pt idx="179">
                  <c:v>70.54466501240695</c:v>
                </c:pt>
                <c:pt idx="180">
                  <c:v>71.46778783958602</c:v>
                </c:pt>
                <c:pt idx="181">
                  <c:v>65.82372152986679</c:v>
                </c:pt>
                <c:pt idx="182">
                  <c:v>66.75575095479172</c:v>
                </c:pt>
                <c:pt idx="183">
                  <c:v>75.13805970149254</c:v>
                </c:pt>
                <c:pt idx="184">
                  <c:v>64.20832868147818</c:v>
                </c:pt>
                <c:pt idx="185">
                  <c:v>65.63222051018661</c:v>
                </c:pt>
                <c:pt idx="186">
                  <c:v>67.39068390628054</c:v>
                </c:pt>
                <c:pt idx="187">
                  <c:v>65.87039456493336</c:v>
                </c:pt>
                <c:pt idx="188">
                  <c:v>64.67540639748296</c:v>
                </c:pt>
                <c:pt idx="189">
                  <c:v>70.74416342412451</c:v>
                </c:pt>
                <c:pt idx="190">
                  <c:v>62.83014734074602</c:v>
                </c:pt>
                <c:pt idx="191">
                  <c:v>66.54547741854321</c:v>
                </c:pt>
                <c:pt idx="192">
                  <c:v>64.88930251585191</c:v>
                </c:pt>
                <c:pt idx="193">
                  <c:v>70.10842342692696</c:v>
                </c:pt>
                <c:pt idx="194">
                  <c:v>71.26016094113803</c:v>
                </c:pt>
                <c:pt idx="195">
                  <c:v>65.90089836039157</c:v>
                </c:pt>
                <c:pt idx="196">
                  <c:v>59.11226252158895</c:v>
                </c:pt>
                <c:pt idx="197">
                  <c:v>67.52982771920803</c:v>
                </c:pt>
                <c:pt idx="198">
                  <c:v>65.69560135342971</c:v>
                </c:pt>
                <c:pt idx="199">
                  <c:v>70.95115928110852</c:v>
                </c:pt>
                <c:pt idx="200">
                  <c:v>67.39148994767282</c:v>
                </c:pt>
                <c:pt idx="201">
                  <c:v>67.42913794731376</c:v>
                </c:pt>
                <c:pt idx="202">
                  <c:v>65.19995506627724</c:v>
                </c:pt>
                <c:pt idx="203">
                  <c:v>68.91251719394774</c:v>
                </c:pt>
                <c:pt idx="204">
                  <c:v>69.58983347940404</c:v>
                </c:pt>
                <c:pt idx="205">
                  <c:v>66.25907752698724</c:v>
                </c:pt>
                <c:pt idx="206">
                  <c:v>73.24758493433193</c:v>
                </c:pt>
                <c:pt idx="207">
                  <c:v>62.10861400160088</c:v>
                </c:pt>
                <c:pt idx="208">
                  <c:v>64.65024518189075</c:v>
                </c:pt>
                <c:pt idx="209">
                  <c:v>66.55213231717204</c:v>
                </c:pt>
                <c:pt idx="210">
                  <c:v>58.68508381799521</c:v>
                </c:pt>
                <c:pt idx="211">
                  <c:v>58.8860444886293</c:v>
                </c:pt>
                <c:pt idx="212">
                  <c:v>66.86168953715254</c:v>
                </c:pt>
                <c:pt idx="213">
                  <c:v>71.81319011041766</c:v>
                </c:pt>
                <c:pt idx="214">
                  <c:v>72.99867501806794</c:v>
                </c:pt>
                <c:pt idx="215">
                  <c:v>71.7489641232946</c:v>
                </c:pt>
                <c:pt idx="216">
                  <c:v>61.65823896058291</c:v>
                </c:pt>
                <c:pt idx="217">
                  <c:v>71.95567986230637</c:v>
                </c:pt>
                <c:pt idx="218">
                  <c:v>77.2073732718894</c:v>
                </c:pt>
                <c:pt idx="219">
                  <c:v>68.23744248466258</c:v>
                </c:pt>
                <c:pt idx="220">
                  <c:v>70.04389709906951</c:v>
                </c:pt>
                <c:pt idx="221">
                  <c:v>68.94434680726421</c:v>
                </c:pt>
                <c:pt idx="222">
                  <c:v>76.69692532942899</c:v>
                </c:pt>
                <c:pt idx="223">
                  <c:v>68.22079335918895</c:v>
                </c:pt>
                <c:pt idx="224">
                  <c:v>73.05543300362912</c:v>
                </c:pt>
                <c:pt idx="225">
                  <c:v>68.906564474608</c:v>
                </c:pt>
                <c:pt idx="226">
                  <c:v>67.3797237127526</c:v>
                </c:pt>
                <c:pt idx="227">
                  <c:v>68.53271632243356</c:v>
                </c:pt>
                <c:pt idx="228">
                  <c:v>62.45628618079264</c:v>
                </c:pt>
                <c:pt idx="229">
                  <c:v>69.01340851719503</c:v>
                </c:pt>
                <c:pt idx="230">
                  <c:v>70.68287547623822</c:v>
                </c:pt>
                <c:pt idx="231">
                  <c:v>73.15230125523013</c:v>
                </c:pt>
                <c:pt idx="232">
                  <c:v>68.4849300322928</c:v>
                </c:pt>
                <c:pt idx="233">
                  <c:v>72.261245428205</c:v>
                </c:pt>
                <c:pt idx="234">
                  <c:v>71.69370535714286</c:v>
                </c:pt>
                <c:pt idx="235">
                  <c:v>76.64207158568286</c:v>
                </c:pt>
                <c:pt idx="236">
                  <c:v>74.83683989690104</c:v>
                </c:pt>
                <c:pt idx="237">
                  <c:v>70.33545434248717</c:v>
                </c:pt>
                <c:pt idx="238">
                  <c:v>72.94486159861377</c:v>
                </c:pt>
                <c:pt idx="239">
                  <c:v>73.85802536035548</c:v>
                </c:pt>
                <c:pt idx="240">
                  <c:v>72.7435662965382</c:v>
                </c:pt>
                <c:pt idx="241">
                  <c:v>75.86908863138115</c:v>
                </c:pt>
                <c:pt idx="242">
                  <c:v>70.3681799811397</c:v>
                </c:pt>
                <c:pt idx="243">
                  <c:v>77.16446682875998</c:v>
                </c:pt>
                <c:pt idx="244">
                  <c:v>75.60215053763442</c:v>
                </c:pt>
                <c:pt idx="245">
                  <c:v>81.61507334344967</c:v>
                </c:pt>
                <c:pt idx="246">
                  <c:v>83.02565217391304</c:v>
                </c:pt>
                <c:pt idx="247">
                  <c:v>66.12901397808841</c:v>
                </c:pt>
                <c:pt idx="248">
                  <c:v>76.69292113813134</c:v>
                </c:pt>
                <c:pt idx="249">
                  <c:v>75.30186546071226</c:v>
                </c:pt>
                <c:pt idx="250">
                  <c:v>80.95038884419415</c:v>
                </c:pt>
                <c:pt idx="251">
                  <c:v>76.99337685684549</c:v>
                </c:pt>
                <c:pt idx="252">
                  <c:v>76.53370425850632</c:v>
                </c:pt>
                <c:pt idx="253">
                  <c:v>77.99729859265392</c:v>
                </c:pt>
                <c:pt idx="254">
                  <c:v>74.57330415754923</c:v>
                </c:pt>
                <c:pt idx="255">
                  <c:v>83.3138500635324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Pancreas</c:v>
                </c:pt>
              </c:strCache>
            </c:strRef>
          </c:tx>
          <c:cat>
            <c:numRef>
              <c:f>Sheet1!$A$2:$A$257</c:f>
              <c:numCache>
                <c:formatCode>General</c:formatCode>
                <c:ptCount val="2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</c:numCache>
            </c:numRef>
          </c:cat>
          <c:val>
            <c:numRef>
              <c:f>Sheet1!$C$2:$C$257</c:f>
              <c:numCache>
                <c:formatCode>General</c:formatCode>
                <c:ptCount val="256"/>
                <c:pt idx="0">
                  <c:v>44.36217339892647</c:v>
                </c:pt>
                <c:pt idx="1">
                  <c:v>53.035161637617485</c:v>
                </c:pt>
                <c:pt idx="2">
                  <c:v>53.44247024624401</c:v>
                </c:pt>
                <c:pt idx="3">
                  <c:v>55.67992026030527</c:v>
                </c:pt>
                <c:pt idx="4">
                  <c:v>56.35578088654457</c:v>
                </c:pt>
                <c:pt idx="5">
                  <c:v>56.39667436154216</c:v>
                </c:pt>
                <c:pt idx="6">
                  <c:v>56.46816451506124</c:v>
                </c:pt>
                <c:pt idx="7">
                  <c:v>57.56144083484305</c:v>
                </c:pt>
                <c:pt idx="8">
                  <c:v>58.10618593870719</c:v>
                </c:pt>
                <c:pt idx="9">
                  <c:v>58.75202566471685</c:v>
                </c:pt>
                <c:pt idx="10">
                  <c:v>59.16211932084143</c:v>
                </c:pt>
                <c:pt idx="11">
                  <c:v>60.578217402355335</c:v>
                </c:pt>
                <c:pt idx="12">
                  <c:v>61.39560390120025</c:v>
                </c:pt>
                <c:pt idx="13">
                  <c:v>61.880735382661264</c:v>
                </c:pt>
                <c:pt idx="14">
                  <c:v>62.12563819095477</c:v>
                </c:pt>
                <c:pt idx="15">
                  <c:v>62.85905093117613</c:v>
                </c:pt>
                <c:pt idx="16">
                  <c:v>62.94607753118491</c:v>
                </c:pt>
                <c:pt idx="17">
                  <c:v>63.227700464475866</c:v>
                </c:pt>
                <c:pt idx="18">
                  <c:v>63.33865536890402</c:v>
                </c:pt>
                <c:pt idx="19">
                  <c:v>63.4230177865258</c:v>
                </c:pt>
                <c:pt idx="20">
                  <c:v>63.54349780299598</c:v>
                </c:pt>
                <c:pt idx="21">
                  <c:v>63.5484068799829</c:v>
                </c:pt>
                <c:pt idx="22">
                  <c:v>63.80869844149236</c:v>
                </c:pt>
                <c:pt idx="23">
                  <c:v>63.96432991677228</c:v>
                </c:pt>
                <c:pt idx="24">
                  <c:v>64.09240413217796</c:v>
                </c:pt>
                <c:pt idx="25">
                  <c:v>64.1142437545648</c:v>
                </c:pt>
                <c:pt idx="26">
                  <c:v>64.35121556693329</c:v>
                </c:pt>
                <c:pt idx="27">
                  <c:v>64.47468840859646</c:v>
                </c:pt>
                <c:pt idx="28">
                  <c:v>64.59997029793456</c:v>
                </c:pt>
                <c:pt idx="29">
                  <c:v>64.97667358676786</c:v>
                </c:pt>
                <c:pt idx="30">
                  <c:v>65.00490161030213</c:v>
                </c:pt>
                <c:pt idx="31">
                  <c:v>65.31200777463651</c:v>
                </c:pt>
                <c:pt idx="32">
                  <c:v>65.36869891275357</c:v>
                </c:pt>
                <c:pt idx="33">
                  <c:v>65.45205008593175</c:v>
                </c:pt>
                <c:pt idx="34">
                  <c:v>65.73531065551968</c:v>
                </c:pt>
                <c:pt idx="35">
                  <c:v>65.82973457128487</c:v>
                </c:pt>
                <c:pt idx="36">
                  <c:v>66.01693661103346</c:v>
                </c:pt>
                <c:pt idx="37">
                  <c:v>66.07022232814681</c:v>
                </c:pt>
                <c:pt idx="38">
                  <c:v>66.08383850031298</c:v>
                </c:pt>
                <c:pt idx="39">
                  <c:v>66.0997255491116</c:v>
                </c:pt>
                <c:pt idx="40">
                  <c:v>66.33704833068673</c:v>
                </c:pt>
                <c:pt idx="41">
                  <c:v>66.34959886083423</c:v>
                </c:pt>
                <c:pt idx="42">
                  <c:v>66.38440265711994</c:v>
                </c:pt>
                <c:pt idx="43">
                  <c:v>66.41463752458517</c:v>
                </c:pt>
                <c:pt idx="44">
                  <c:v>66.48064992911509</c:v>
                </c:pt>
                <c:pt idx="45">
                  <c:v>66.50108111415953</c:v>
                </c:pt>
                <c:pt idx="46">
                  <c:v>66.66948380874011</c:v>
                </c:pt>
                <c:pt idx="47">
                  <c:v>66.80755535157549</c:v>
                </c:pt>
                <c:pt idx="48">
                  <c:v>66.86088914717419</c:v>
                </c:pt>
                <c:pt idx="49">
                  <c:v>66.95407921729525</c:v>
                </c:pt>
                <c:pt idx="50">
                  <c:v>67.44670326616564</c:v>
                </c:pt>
                <c:pt idx="51">
                  <c:v>67.74527488711675</c:v>
                </c:pt>
                <c:pt idx="52">
                  <c:v>67.77551842158245</c:v>
                </c:pt>
                <c:pt idx="53">
                  <c:v>67.78095966162414</c:v>
                </c:pt>
                <c:pt idx="54">
                  <c:v>67.81717947237776</c:v>
                </c:pt>
                <c:pt idx="55">
                  <c:v>67.9377260480132</c:v>
                </c:pt>
                <c:pt idx="56">
                  <c:v>68.15367152217294</c:v>
                </c:pt>
                <c:pt idx="57">
                  <c:v>68.15601573364712</c:v>
                </c:pt>
                <c:pt idx="58">
                  <c:v>68.37832055418706</c:v>
                </c:pt>
                <c:pt idx="59">
                  <c:v>68.37966016951202</c:v>
                </c:pt>
                <c:pt idx="60">
                  <c:v>68.40701837058882</c:v>
                </c:pt>
                <c:pt idx="61">
                  <c:v>68.55649416035068</c:v>
                </c:pt>
                <c:pt idx="62">
                  <c:v>68.9841912695308</c:v>
                </c:pt>
                <c:pt idx="63">
                  <c:v>69.32018347651987</c:v>
                </c:pt>
                <c:pt idx="64">
                  <c:v>69.43976418175423</c:v>
                </c:pt>
                <c:pt idx="65">
                  <c:v>69.49255606137245</c:v>
                </c:pt>
                <c:pt idx="66">
                  <c:v>69.93530881058061</c:v>
                </c:pt>
                <c:pt idx="67">
                  <c:v>69.94331433154153</c:v>
                </c:pt>
                <c:pt idx="68">
                  <c:v>70.15213856039914</c:v>
                </c:pt>
                <c:pt idx="69">
                  <c:v>70.26485428563768</c:v>
                </c:pt>
                <c:pt idx="70">
                  <c:v>70.27104564195459</c:v>
                </c:pt>
                <c:pt idx="71">
                  <c:v>70.33996551687663</c:v>
                </c:pt>
                <c:pt idx="72">
                  <c:v>70.34294070845053</c:v>
                </c:pt>
                <c:pt idx="73">
                  <c:v>70.45464260964674</c:v>
                </c:pt>
                <c:pt idx="74">
                  <c:v>70.4687715094865</c:v>
                </c:pt>
                <c:pt idx="75">
                  <c:v>70.51001239263279</c:v>
                </c:pt>
                <c:pt idx="76">
                  <c:v>70.6185200995346</c:v>
                </c:pt>
                <c:pt idx="77">
                  <c:v>70.69186739350913</c:v>
                </c:pt>
                <c:pt idx="78">
                  <c:v>70.70893415898996</c:v>
                </c:pt>
                <c:pt idx="79">
                  <c:v>70.79171419499747</c:v>
                </c:pt>
                <c:pt idx="80">
                  <c:v>70.82597703815378</c:v>
                </c:pt>
                <c:pt idx="81">
                  <c:v>70.8363141860037</c:v>
                </c:pt>
                <c:pt idx="82">
                  <c:v>70.83882849439708</c:v>
                </c:pt>
                <c:pt idx="83">
                  <c:v>70.8494841714971</c:v>
                </c:pt>
                <c:pt idx="84">
                  <c:v>70.93721806111158</c:v>
                </c:pt>
                <c:pt idx="85">
                  <c:v>70.96134398543764</c:v>
                </c:pt>
                <c:pt idx="86">
                  <c:v>70.96394842256075</c:v>
                </c:pt>
                <c:pt idx="87">
                  <c:v>70.98039546281707</c:v>
                </c:pt>
                <c:pt idx="88">
                  <c:v>71.05832159134741</c:v>
                </c:pt>
                <c:pt idx="89">
                  <c:v>71.10357981903189</c:v>
                </c:pt>
                <c:pt idx="90">
                  <c:v>71.21228684580892</c:v>
                </c:pt>
                <c:pt idx="91">
                  <c:v>71.27535548957947</c:v>
                </c:pt>
                <c:pt idx="92">
                  <c:v>71.40393584638603</c:v>
                </c:pt>
                <c:pt idx="93">
                  <c:v>71.47405726645708</c:v>
                </c:pt>
                <c:pt idx="94">
                  <c:v>71.51688525732747</c:v>
                </c:pt>
                <c:pt idx="95">
                  <c:v>71.5443604813882</c:v>
                </c:pt>
                <c:pt idx="96">
                  <c:v>71.57236257276404</c:v>
                </c:pt>
                <c:pt idx="97">
                  <c:v>71.5984136031158</c:v>
                </c:pt>
                <c:pt idx="98">
                  <c:v>71.708082026538</c:v>
                </c:pt>
                <c:pt idx="99">
                  <c:v>71.78112137969346</c:v>
                </c:pt>
                <c:pt idx="100">
                  <c:v>71.8868777585483</c:v>
                </c:pt>
                <c:pt idx="101">
                  <c:v>72.12113511224058</c:v>
                </c:pt>
                <c:pt idx="102">
                  <c:v>72.19476165730872</c:v>
                </c:pt>
                <c:pt idx="103">
                  <c:v>72.31058582732197</c:v>
                </c:pt>
                <c:pt idx="104">
                  <c:v>72.41529296712709</c:v>
                </c:pt>
                <c:pt idx="105">
                  <c:v>72.43390869950515</c:v>
                </c:pt>
                <c:pt idx="106">
                  <c:v>72.44585641359835</c:v>
                </c:pt>
                <c:pt idx="107">
                  <c:v>72.45867203798288</c:v>
                </c:pt>
                <c:pt idx="108">
                  <c:v>72.60620130590695</c:v>
                </c:pt>
                <c:pt idx="109">
                  <c:v>72.6627655993188</c:v>
                </c:pt>
                <c:pt idx="110">
                  <c:v>72.781210984227</c:v>
                </c:pt>
                <c:pt idx="111">
                  <c:v>73.00268481625254</c:v>
                </c:pt>
                <c:pt idx="112">
                  <c:v>73.00534627405823</c:v>
                </c:pt>
                <c:pt idx="113">
                  <c:v>73.04003071098983</c:v>
                </c:pt>
                <c:pt idx="114">
                  <c:v>73.08464287591318</c:v>
                </c:pt>
                <c:pt idx="115">
                  <c:v>73.12307250313414</c:v>
                </c:pt>
                <c:pt idx="116">
                  <c:v>73.19249655103008</c:v>
                </c:pt>
                <c:pt idx="117">
                  <c:v>73.21744291349661</c:v>
                </c:pt>
                <c:pt idx="118">
                  <c:v>73.2908606690484</c:v>
                </c:pt>
                <c:pt idx="119">
                  <c:v>73.29136027319294</c:v>
                </c:pt>
                <c:pt idx="120">
                  <c:v>73.31602357577141</c:v>
                </c:pt>
                <c:pt idx="121">
                  <c:v>73.38900408938824</c:v>
                </c:pt>
                <c:pt idx="122">
                  <c:v>73.45832811478033</c:v>
                </c:pt>
                <c:pt idx="123">
                  <c:v>73.5610625202462</c:v>
                </c:pt>
                <c:pt idx="124">
                  <c:v>73.83062266321542</c:v>
                </c:pt>
                <c:pt idx="125">
                  <c:v>74.03551575361328</c:v>
                </c:pt>
                <c:pt idx="126">
                  <c:v>74.07500426714783</c:v>
                </c:pt>
                <c:pt idx="127">
                  <c:v>74.11483985192339</c:v>
                </c:pt>
                <c:pt idx="128">
                  <c:v>74.15668818161585</c:v>
                </c:pt>
                <c:pt idx="129">
                  <c:v>74.21293349429324</c:v>
                </c:pt>
                <c:pt idx="130">
                  <c:v>74.26372899051951</c:v>
                </c:pt>
                <c:pt idx="131">
                  <c:v>74.37093368059944</c:v>
                </c:pt>
                <c:pt idx="132">
                  <c:v>74.47556641963446</c:v>
                </c:pt>
                <c:pt idx="133">
                  <c:v>74.52122385628448</c:v>
                </c:pt>
                <c:pt idx="134">
                  <c:v>74.65960112503195</c:v>
                </c:pt>
                <c:pt idx="135">
                  <c:v>74.72266607839163</c:v>
                </c:pt>
                <c:pt idx="136">
                  <c:v>74.7277714498245</c:v>
                </c:pt>
                <c:pt idx="137">
                  <c:v>74.94909061230639</c:v>
                </c:pt>
                <c:pt idx="138">
                  <c:v>75.09768856447688</c:v>
                </c:pt>
                <c:pt idx="139">
                  <c:v>75.15045317220543</c:v>
                </c:pt>
                <c:pt idx="140">
                  <c:v>75.16267859014218</c:v>
                </c:pt>
                <c:pt idx="141">
                  <c:v>75.20568019093079</c:v>
                </c:pt>
                <c:pt idx="142">
                  <c:v>75.2181485981395</c:v>
                </c:pt>
                <c:pt idx="143">
                  <c:v>75.3333949061999</c:v>
                </c:pt>
                <c:pt idx="144">
                  <c:v>75.37156202099662</c:v>
                </c:pt>
                <c:pt idx="145">
                  <c:v>75.39952333006207</c:v>
                </c:pt>
                <c:pt idx="146">
                  <c:v>75.55728833164646</c:v>
                </c:pt>
                <c:pt idx="147">
                  <c:v>75.56044660264278</c:v>
                </c:pt>
                <c:pt idx="148">
                  <c:v>75.60936832207881</c:v>
                </c:pt>
                <c:pt idx="149">
                  <c:v>75.64261298215314</c:v>
                </c:pt>
                <c:pt idx="150">
                  <c:v>75.71236136519552</c:v>
                </c:pt>
                <c:pt idx="151">
                  <c:v>75.8930846157225</c:v>
                </c:pt>
                <c:pt idx="152">
                  <c:v>76.15315156804235</c:v>
                </c:pt>
                <c:pt idx="153">
                  <c:v>76.16005547850207</c:v>
                </c:pt>
                <c:pt idx="154">
                  <c:v>76.16545075962057</c:v>
                </c:pt>
                <c:pt idx="155">
                  <c:v>76.37424402152804</c:v>
                </c:pt>
                <c:pt idx="156">
                  <c:v>76.38417327696766</c:v>
                </c:pt>
                <c:pt idx="157">
                  <c:v>76.40897818715521</c:v>
                </c:pt>
                <c:pt idx="158">
                  <c:v>76.42144848319212</c:v>
                </c:pt>
                <c:pt idx="159">
                  <c:v>76.6607751990542</c:v>
                </c:pt>
                <c:pt idx="160">
                  <c:v>76.70684687660574</c:v>
                </c:pt>
                <c:pt idx="161">
                  <c:v>76.83992423660703</c:v>
                </c:pt>
                <c:pt idx="162">
                  <c:v>77.1235581939705</c:v>
                </c:pt>
                <c:pt idx="163">
                  <c:v>77.14180433443468</c:v>
                </c:pt>
                <c:pt idx="164">
                  <c:v>77.23852926018229</c:v>
                </c:pt>
                <c:pt idx="165">
                  <c:v>77.25365846949441</c:v>
                </c:pt>
                <c:pt idx="166">
                  <c:v>77.29076776783235</c:v>
                </c:pt>
                <c:pt idx="167">
                  <c:v>77.39618853966125</c:v>
                </c:pt>
                <c:pt idx="168">
                  <c:v>77.56481568333177</c:v>
                </c:pt>
                <c:pt idx="169">
                  <c:v>77.64119989931743</c:v>
                </c:pt>
                <c:pt idx="170">
                  <c:v>77.66450704225352</c:v>
                </c:pt>
                <c:pt idx="171">
                  <c:v>77.67287990893568</c:v>
                </c:pt>
                <c:pt idx="172">
                  <c:v>77.88910594416997</c:v>
                </c:pt>
                <c:pt idx="173">
                  <c:v>77.99306604628678</c:v>
                </c:pt>
                <c:pt idx="174">
                  <c:v>78.09255693656154</c:v>
                </c:pt>
                <c:pt idx="175">
                  <c:v>78.14603258360266</c:v>
                </c:pt>
                <c:pt idx="176">
                  <c:v>78.17008021846732</c:v>
                </c:pt>
                <c:pt idx="177">
                  <c:v>78.22366503059709</c:v>
                </c:pt>
                <c:pt idx="178">
                  <c:v>78.25562156306707</c:v>
                </c:pt>
                <c:pt idx="179">
                  <c:v>78.27661133930889</c:v>
                </c:pt>
                <c:pt idx="180">
                  <c:v>78.27744301678727</c:v>
                </c:pt>
                <c:pt idx="181">
                  <c:v>78.2939600979213</c:v>
                </c:pt>
                <c:pt idx="182">
                  <c:v>78.37247021515559</c:v>
                </c:pt>
                <c:pt idx="183">
                  <c:v>78.38765805447812</c:v>
                </c:pt>
                <c:pt idx="184">
                  <c:v>78.53621340523883</c:v>
                </c:pt>
                <c:pt idx="185">
                  <c:v>78.6485971460535</c:v>
                </c:pt>
                <c:pt idx="186">
                  <c:v>78.71742388836961</c:v>
                </c:pt>
                <c:pt idx="187">
                  <c:v>78.75262659227288</c:v>
                </c:pt>
                <c:pt idx="188">
                  <c:v>78.77129190044597</c:v>
                </c:pt>
                <c:pt idx="189">
                  <c:v>78.83167608379185</c:v>
                </c:pt>
                <c:pt idx="190">
                  <c:v>78.86114076350682</c:v>
                </c:pt>
                <c:pt idx="191">
                  <c:v>78.93938273679494</c:v>
                </c:pt>
                <c:pt idx="192">
                  <c:v>78.99263833647338</c:v>
                </c:pt>
                <c:pt idx="193">
                  <c:v>79.0168857497223</c:v>
                </c:pt>
                <c:pt idx="194">
                  <c:v>79.03874192924982</c:v>
                </c:pt>
                <c:pt idx="195">
                  <c:v>79.15258109758857</c:v>
                </c:pt>
                <c:pt idx="196">
                  <c:v>79.3486512655709</c:v>
                </c:pt>
                <c:pt idx="197">
                  <c:v>79.40841312016126</c:v>
                </c:pt>
                <c:pt idx="198">
                  <c:v>79.6948321331147</c:v>
                </c:pt>
                <c:pt idx="199">
                  <c:v>79.75828446400631</c:v>
                </c:pt>
                <c:pt idx="200">
                  <c:v>79.78932962926895</c:v>
                </c:pt>
                <c:pt idx="201">
                  <c:v>79.81960174144612</c:v>
                </c:pt>
                <c:pt idx="202">
                  <c:v>79.89913308677359</c:v>
                </c:pt>
                <c:pt idx="203">
                  <c:v>80.06679491565907</c:v>
                </c:pt>
                <c:pt idx="204">
                  <c:v>80.09664491303876</c:v>
                </c:pt>
                <c:pt idx="205">
                  <c:v>80.18663374340433</c:v>
                </c:pt>
                <c:pt idx="206">
                  <c:v>80.43697103571517</c:v>
                </c:pt>
                <c:pt idx="207">
                  <c:v>80.55788859563829</c:v>
                </c:pt>
                <c:pt idx="208">
                  <c:v>80.62163922225324</c:v>
                </c:pt>
                <c:pt idx="209">
                  <c:v>80.76293746583741</c:v>
                </c:pt>
                <c:pt idx="210">
                  <c:v>80.86258957488268</c:v>
                </c:pt>
                <c:pt idx="211">
                  <c:v>81.16581138592487</c:v>
                </c:pt>
                <c:pt idx="212">
                  <c:v>81.28827221809067</c:v>
                </c:pt>
                <c:pt idx="213">
                  <c:v>81.41043253781999</c:v>
                </c:pt>
                <c:pt idx="214">
                  <c:v>81.50773898088926</c:v>
                </c:pt>
                <c:pt idx="215">
                  <c:v>81.61797657921406</c:v>
                </c:pt>
                <c:pt idx="216">
                  <c:v>81.9164222824418</c:v>
                </c:pt>
                <c:pt idx="217">
                  <c:v>82.03060784985365</c:v>
                </c:pt>
                <c:pt idx="218">
                  <c:v>82.13158664249372</c:v>
                </c:pt>
                <c:pt idx="219">
                  <c:v>82.20824923777215</c:v>
                </c:pt>
                <c:pt idx="220">
                  <c:v>82.27881689201395</c:v>
                </c:pt>
                <c:pt idx="221">
                  <c:v>82.3135875789239</c:v>
                </c:pt>
                <c:pt idx="222">
                  <c:v>82.41262670141906</c:v>
                </c:pt>
                <c:pt idx="223">
                  <c:v>82.6216489530194</c:v>
                </c:pt>
                <c:pt idx="224">
                  <c:v>82.6299570786441</c:v>
                </c:pt>
                <c:pt idx="225">
                  <c:v>82.64246211425039</c:v>
                </c:pt>
                <c:pt idx="226">
                  <c:v>82.70487965543451</c:v>
                </c:pt>
                <c:pt idx="227">
                  <c:v>82.76094376845367</c:v>
                </c:pt>
                <c:pt idx="228">
                  <c:v>82.87247237035929</c:v>
                </c:pt>
                <c:pt idx="229">
                  <c:v>82.8727212174744</c:v>
                </c:pt>
                <c:pt idx="230">
                  <c:v>82.96871923423758</c:v>
                </c:pt>
                <c:pt idx="231">
                  <c:v>83.2982047113849</c:v>
                </c:pt>
                <c:pt idx="232">
                  <c:v>83.54903812184861</c:v>
                </c:pt>
                <c:pt idx="233">
                  <c:v>83.87203533952903</c:v>
                </c:pt>
                <c:pt idx="234">
                  <c:v>84.10443793902706</c:v>
                </c:pt>
                <c:pt idx="235">
                  <c:v>84.22492756705032</c:v>
                </c:pt>
                <c:pt idx="236">
                  <c:v>84.26213122877412</c:v>
                </c:pt>
                <c:pt idx="237">
                  <c:v>84.33708530805687</c:v>
                </c:pt>
                <c:pt idx="238">
                  <c:v>84.8537359812971</c:v>
                </c:pt>
                <c:pt idx="239">
                  <c:v>85.52633970424989</c:v>
                </c:pt>
                <c:pt idx="240">
                  <c:v>85.52728591805617</c:v>
                </c:pt>
                <c:pt idx="241">
                  <c:v>85.78386086246387</c:v>
                </c:pt>
                <c:pt idx="242">
                  <c:v>85.81683132530121</c:v>
                </c:pt>
                <c:pt idx="243">
                  <c:v>85.93846975983905</c:v>
                </c:pt>
                <c:pt idx="244">
                  <c:v>86.10523796666749</c:v>
                </c:pt>
                <c:pt idx="245">
                  <c:v>86.42084682660322</c:v>
                </c:pt>
                <c:pt idx="246">
                  <c:v>86.82920535830407</c:v>
                </c:pt>
                <c:pt idx="247">
                  <c:v>87.10882146860986</c:v>
                </c:pt>
                <c:pt idx="248">
                  <c:v>87.16249671325419</c:v>
                </c:pt>
                <c:pt idx="249">
                  <c:v>87.27336220383961</c:v>
                </c:pt>
                <c:pt idx="250">
                  <c:v>87.33406436565541</c:v>
                </c:pt>
                <c:pt idx="251">
                  <c:v>87.59114159973512</c:v>
                </c:pt>
                <c:pt idx="252">
                  <c:v>87.77978200741056</c:v>
                </c:pt>
                <c:pt idx="253">
                  <c:v>87.78664014280086</c:v>
                </c:pt>
                <c:pt idx="254">
                  <c:v>88.86187802576833</c:v>
                </c:pt>
                <c:pt idx="255">
                  <c:v>88.9131046522232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Sigmoid colon</c:v>
                </c:pt>
              </c:strCache>
            </c:strRef>
          </c:tx>
          <c:cat>
            <c:numRef>
              <c:f>Sheet1!$A$2:$A$257</c:f>
              <c:numCache>
                <c:formatCode>General</c:formatCode>
                <c:ptCount val="2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</c:numCache>
            </c:numRef>
          </c:cat>
          <c:val>
            <c:numRef>
              <c:f>Sheet1!$D$2:$D$257</c:f>
              <c:numCache>
                <c:formatCode>General</c:formatCode>
                <c:ptCount val="256"/>
                <c:pt idx="0">
                  <c:v>59.32942724352402</c:v>
                </c:pt>
                <c:pt idx="1">
                  <c:v>65.88028504380655</c:v>
                </c:pt>
                <c:pt idx="2">
                  <c:v>66.63201517415794</c:v>
                </c:pt>
                <c:pt idx="3">
                  <c:v>65.2020757057161</c:v>
                </c:pt>
                <c:pt idx="4">
                  <c:v>67.61413418385152</c:v>
                </c:pt>
                <c:pt idx="5">
                  <c:v>65.65232388330263</c:v>
                </c:pt>
                <c:pt idx="6">
                  <c:v>66.45550289196531</c:v>
                </c:pt>
                <c:pt idx="7">
                  <c:v>66.64675088309833</c:v>
                </c:pt>
                <c:pt idx="8">
                  <c:v>66.44686949632373</c:v>
                </c:pt>
                <c:pt idx="9">
                  <c:v>71.54911640723559</c:v>
                </c:pt>
                <c:pt idx="10">
                  <c:v>70.31320397870552</c:v>
                </c:pt>
                <c:pt idx="11">
                  <c:v>73.20496648611214</c:v>
                </c:pt>
                <c:pt idx="12">
                  <c:v>74.81176709754513</c:v>
                </c:pt>
                <c:pt idx="13">
                  <c:v>69.18738342726365</c:v>
                </c:pt>
                <c:pt idx="14">
                  <c:v>74.70130284233863</c:v>
                </c:pt>
                <c:pt idx="15">
                  <c:v>70.3565846330017</c:v>
                </c:pt>
                <c:pt idx="16">
                  <c:v>73.11751884078434</c:v>
                </c:pt>
                <c:pt idx="17">
                  <c:v>74.44723888496824</c:v>
                </c:pt>
                <c:pt idx="18">
                  <c:v>75.56781242638931</c:v>
                </c:pt>
                <c:pt idx="19">
                  <c:v>73.25640208943814</c:v>
                </c:pt>
                <c:pt idx="20">
                  <c:v>72.54617582834233</c:v>
                </c:pt>
                <c:pt idx="21">
                  <c:v>73.50679835955032</c:v>
                </c:pt>
                <c:pt idx="22">
                  <c:v>76.27677281645501</c:v>
                </c:pt>
                <c:pt idx="23">
                  <c:v>73.77988419132228</c:v>
                </c:pt>
                <c:pt idx="24">
                  <c:v>75.20844404840147</c:v>
                </c:pt>
                <c:pt idx="25">
                  <c:v>73.30893135455935</c:v>
                </c:pt>
                <c:pt idx="26">
                  <c:v>72.92332554121354</c:v>
                </c:pt>
                <c:pt idx="27">
                  <c:v>74.54839976199824</c:v>
                </c:pt>
                <c:pt idx="28">
                  <c:v>75.90445993570269</c:v>
                </c:pt>
                <c:pt idx="29">
                  <c:v>73.78014466205113</c:v>
                </c:pt>
                <c:pt idx="30">
                  <c:v>72.71280977419876</c:v>
                </c:pt>
                <c:pt idx="31">
                  <c:v>74.42635971886922</c:v>
                </c:pt>
                <c:pt idx="32">
                  <c:v>74.60845291376367</c:v>
                </c:pt>
                <c:pt idx="33">
                  <c:v>66.51204916233814</c:v>
                </c:pt>
                <c:pt idx="34">
                  <c:v>73.34120834394865</c:v>
                </c:pt>
                <c:pt idx="35">
                  <c:v>75.60469056879886</c:v>
                </c:pt>
                <c:pt idx="36">
                  <c:v>75.19409958167104</c:v>
                </c:pt>
                <c:pt idx="37">
                  <c:v>66.70209155123383</c:v>
                </c:pt>
                <c:pt idx="38">
                  <c:v>73.9697952002029</c:v>
                </c:pt>
                <c:pt idx="39">
                  <c:v>72.8590683805456</c:v>
                </c:pt>
                <c:pt idx="40">
                  <c:v>78.93709666528403</c:v>
                </c:pt>
                <c:pt idx="41">
                  <c:v>68.09289134780789</c:v>
                </c:pt>
                <c:pt idx="42">
                  <c:v>72.88298174586264</c:v>
                </c:pt>
                <c:pt idx="43">
                  <c:v>65.48214896214897</c:v>
                </c:pt>
                <c:pt idx="44">
                  <c:v>78.86128759632115</c:v>
                </c:pt>
                <c:pt idx="45">
                  <c:v>78.08708225576873</c:v>
                </c:pt>
                <c:pt idx="46">
                  <c:v>79.95699647795895</c:v>
                </c:pt>
                <c:pt idx="47">
                  <c:v>79.61871098626716</c:v>
                </c:pt>
                <c:pt idx="48">
                  <c:v>79.01867639842983</c:v>
                </c:pt>
                <c:pt idx="49">
                  <c:v>80.11319976251094</c:v>
                </c:pt>
                <c:pt idx="50">
                  <c:v>76.29124425058534</c:v>
                </c:pt>
                <c:pt idx="51">
                  <c:v>81.42535872121425</c:v>
                </c:pt>
                <c:pt idx="52">
                  <c:v>79.66256663402959</c:v>
                </c:pt>
                <c:pt idx="53">
                  <c:v>82.46553770717313</c:v>
                </c:pt>
                <c:pt idx="54">
                  <c:v>78.59443186086482</c:v>
                </c:pt>
                <c:pt idx="55">
                  <c:v>73.93094457358518</c:v>
                </c:pt>
                <c:pt idx="56">
                  <c:v>80.19681609314401</c:v>
                </c:pt>
                <c:pt idx="57">
                  <c:v>77.68825813683495</c:v>
                </c:pt>
                <c:pt idx="58">
                  <c:v>79.64090421525891</c:v>
                </c:pt>
                <c:pt idx="59">
                  <c:v>78.25856569768591</c:v>
                </c:pt>
                <c:pt idx="60">
                  <c:v>76.37904275818968</c:v>
                </c:pt>
                <c:pt idx="61">
                  <c:v>76.47952041146516</c:v>
                </c:pt>
                <c:pt idx="62">
                  <c:v>76.2685400176554</c:v>
                </c:pt>
                <c:pt idx="63">
                  <c:v>79.52066785540606</c:v>
                </c:pt>
                <c:pt idx="64">
                  <c:v>77.44462939958592</c:v>
                </c:pt>
                <c:pt idx="65">
                  <c:v>77.57099324589453</c:v>
                </c:pt>
                <c:pt idx="66">
                  <c:v>70.87063084719335</c:v>
                </c:pt>
                <c:pt idx="67">
                  <c:v>79.3167152913466</c:v>
                </c:pt>
                <c:pt idx="68">
                  <c:v>80.54550673838158</c:v>
                </c:pt>
                <c:pt idx="69">
                  <c:v>81.35719762315507</c:v>
                </c:pt>
                <c:pt idx="70">
                  <c:v>79.3973543120403</c:v>
                </c:pt>
                <c:pt idx="71">
                  <c:v>79.90745003396981</c:v>
                </c:pt>
                <c:pt idx="72">
                  <c:v>79.2337440276177</c:v>
                </c:pt>
                <c:pt idx="73">
                  <c:v>78.27235039941324</c:v>
                </c:pt>
                <c:pt idx="74">
                  <c:v>78.63131240193762</c:v>
                </c:pt>
                <c:pt idx="75">
                  <c:v>81.72048851281964</c:v>
                </c:pt>
                <c:pt idx="76">
                  <c:v>78.22084059068534</c:v>
                </c:pt>
                <c:pt idx="77">
                  <c:v>78.6283893360462</c:v>
                </c:pt>
                <c:pt idx="78">
                  <c:v>79.63805446340689</c:v>
                </c:pt>
                <c:pt idx="79">
                  <c:v>80.48431401723684</c:v>
                </c:pt>
                <c:pt idx="80">
                  <c:v>80.21957668968167</c:v>
                </c:pt>
                <c:pt idx="81">
                  <c:v>80.32293578653888</c:v>
                </c:pt>
                <c:pt idx="82">
                  <c:v>79.90287291515897</c:v>
                </c:pt>
                <c:pt idx="83">
                  <c:v>81.34415813092387</c:v>
                </c:pt>
                <c:pt idx="84">
                  <c:v>82.28979922399785</c:v>
                </c:pt>
                <c:pt idx="85">
                  <c:v>79.33986379910368</c:v>
                </c:pt>
                <c:pt idx="86">
                  <c:v>72.57962774231615</c:v>
                </c:pt>
                <c:pt idx="87">
                  <c:v>80.79907342983692</c:v>
                </c:pt>
                <c:pt idx="88">
                  <c:v>79.43563243513286</c:v>
                </c:pt>
                <c:pt idx="89">
                  <c:v>78.78331719165553</c:v>
                </c:pt>
                <c:pt idx="90">
                  <c:v>79.076875</c:v>
                </c:pt>
                <c:pt idx="91">
                  <c:v>78.75162681393573</c:v>
                </c:pt>
                <c:pt idx="92">
                  <c:v>82.04453188327479</c:v>
                </c:pt>
                <c:pt idx="93">
                  <c:v>78.82816760193772</c:v>
                </c:pt>
                <c:pt idx="94">
                  <c:v>77.74520180860986</c:v>
                </c:pt>
                <c:pt idx="95">
                  <c:v>80.33878637286682</c:v>
                </c:pt>
                <c:pt idx="96">
                  <c:v>73.10180983537357</c:v>
                </c:pt>
                <c:pt idx="97">
                  <c:v>78.66050344620918</c:v>
                </c:pt>
                <c:pt idx="98">
                  <c:v>79.11976882435847</c:v>
                </c:pt>
                <c:pt idx="99">
                  <c:v>82.59101037793718</c:v>
                </c:pt>
                <c:pt idx="100">
                  <c:v>78.49793579996292</c:v>
                </c:pt>
                <c:pt idx="101">
                  <c:v>78.42182613082227</c:v>
                </c:pt>
                <c:pt idx="102">
                  <c:v>84.36716750209118</c:v>
                </c:pt>
                <c:pt idx="103">
                  <c:v>79.79056611196349</c:v>
                </c:pt>
                <c:pt idx="104">
                  <c:v>82.66227923710392</c:v>
                </c:pt>
                <c:pt idx="105">
                  <c:v>80.41190929153032</c:v>
                </c:pt>
                <c:pt idx="106">
                  <c:v>78.86240988671473</c:v>
                </c:pt>
                <c:pt idx="107">
                  <c:v>80.27663254510705</c:v>
                </c:pt>
                <c:pt idx="108">
                  <c:v>76.86646003121207</c:v>
                </c:pt>
                <c:pt idx="109">
                  <c:v>83.37355454351108</c:v>
                </c:pt>
                <c:pt idx="110">
                  <c:v>82.69649989625479</c:v>
                </c:pt>
                <c:pt idx="111">
                  <c:v>82.5532732255367</c:v>
                </c:pt>
                <c:pt idx="112">
                  <c:v>81.9106421215557</c:v>
                </c:pt>
                <c:pt idx="113">
                  <c:v>80.7378444325418</c:v>
                </c:pt>
                <c:pt idx="114">
                  <c:v>83.80074974146847</c:v>
                </c:pt>
                <c:pt idx="115">
                  <c:v>81.93823903108797</c:v>
                </c:pt>
                <c:pt idx="116">
                  <c:v>79.23045193038318</c:v>
                </c:pt>
                <c:pt idx="117">
                  <c:v>82.45600902897979</c:v>
                </c:pt>
                <c:pt idx="118">
                  <c:v>82.98916573583249</c:v>
                </c:pt>
                <c:pt idx="119">
                  <c:v>81.65813912154806</c:v>
                </c:pt>
                <c:pt idx="120">
                  <c:v>81.06956655869196</c:v>
                </c:pt>
                <c:pt idx="121">
                  <c:v>82.26418761441624</c:v>
                </c:pt>
                <c:pt idx="122">
                  <c:v>80.4561990057816</c:v>
                </c:pt>
                <c:pt idx="123">
                  <c:v>77.7270537525355</c:v>
                </c:pt>
                <c:pt idx="124">
                  <c:v>83.78369128934582</c:v>
                </c:pt>
                <c:pt idx="125">
                  <c:v>83.73562509327894</c:v>
                </c:pt>
                <c:pt idx="126">
                  <c:v>74.00027172682397</c:v>
                </c:pt>
                <c:pt idx="127">
                  <c:v>78.08782923480214</c:v>
                </c:pt>
                <c:pt idx="128">
                  <c:v>82.53371066899571</c:v>
                </c:pt>
                <c:pt idx="129">
                  <c:v>77.58031691388649</c:v>
                </c:pt>
                <c:pt idx="130">
                  <c:v>84.23012150533663</c:v>
                </c:pt>
                <c:pt idx="131">
                  <c:v>80.74301436273689</c:v>
                </c:pt>
                <c:pt idx="132">
                  <c:v>81.30592251541003</c:v>
                </c:pt>
                <c:pt idx="133">
                  <c:v>80.38171438884943</c:v>
                </c:pt>
                <c:pt idx="134">
                  <c:v>75.05567970642892</c:v>
                </c:pt>
                <c:pt idx="135">
                  <c:v>79.19499021075666</c:v>
                </c:pt>
                <c:pt idx="136">
                  <c:v>80.1194124186658</c:v>
                </c:pt>
                <c:pt idx="137">
                  <c:v>82.89002596423381</c:v>
                </c:pt>
                <c:pt idx="138">
                  <c:v>84.76774414387744</c:v>
                </c:pt>
                <c:pt idx="139">
                  <c:v>78.52597322551219</c:v>
                </c:pt>
                <c:pt idx="140">
                  <c:v>81.8342293064399</c:v>
                </c:pt>
                <c:pt idx="141">
                  <c:v>79.62357812159512</c:v>
                </c:pt>
                <c:pt idx="142">
                  <c:v>85.21487248763212</c:v>
                </c:pt>
                <c:pt idx="143">
                  <c:v>84.58226440541782</c:v>
                </c:pt>
                <c:pt idx="144">
                  <c:v>84.45873034012828</c:v>
                </c:pt>
                <c:pt idx="145">
                  <c:v>80.05629141072798</c:v>
                </c:pt>
                <c:pt idx="146">
                  <c:v>84.73134915432018</c:v>
                </c:pt>
                <c:pt idx="147">
                  <c:v>85.51910044228849</c:v>
                </c:pt>
                <c:pt idx="148">
                  <c:v>81.63365987559496</c:v>
                </c:pt>
                <c:pt idx="149">
                  <c:v>82.05604940006675</c:v>
                </c:pt>
                <c:pt idx="150">
                  <c:v>84.67301668296693</c:v>
                </c:pt>
                <c:pt idx="151">
                  <c:v>78.73223597696459</c:v>
                </c:pt>
                <c:pt idx="152">
                  <c:v>83.60098707599649</c:v>
                </c:pt>
                <c:pt idx="153">
                  <c:v>81.44117236288183</c:v>
                </c:pt>
                <c:pt idx="154">
                  <c:v>80.66812354738273</c:v>
                </c:pt>
                <c:pt idx="155">
                  <c:v>80.0782865963468</c:v>
                </c:pt>
                <c:pt idx="156">
                  <c:v>80.80392299939345</c:v>
                </c:pt>
                <c:pt idx="157">
                  <c:v>80.95743734482787</c:v>
                </c:pt>
                <c:pt idx="158">
                  <c:v>83.18852009252784</c:v>
                </c:pt>
                <c:pt idx="159">
                  <c:v>85.98562891472507</c:v>
                </c:pt>
                <c:pt idx="160">
                  <c:v>82.82541140792935</c:v>
                </c:pt>
                <c:pt idx="161">
                  <c:v>81.44064746737016</c:v>
                </c:pt>
                <c:pt idx="162">
                  <c:v>84.16468564823519</c:v>
                </c:pt>
                <c:pt idx="163">
                  <c:v>82.69215630535085</c:v>
                </c:pt>
                <c:pt idx="164">
                  <c:v>82.98581774084148</c:v>
                </c:pt>
                <c:pt idx="165">
                  <c:v>83.07177264291887</c:v>
                </c:pt>
                <c:pt idx="166">
                  <c:v>82.89546164786144</c:v>
                </c:pt>
                <c:pt idx="167">
                  <c:v>85.22313803006004</c:v>
                </c:pt>
                <c:pt idx="168">
                  <c:v>81.53823766454732</c:v>
                </c:pt>
                <c:pt idx="169">
                  <c:v>81.72756751093533</c:v>
                </c:pt>
                <c:pt idx="170">
                  <c:v>82.31797054899862</c:v>
                </c:pt>
                <c:pt idx="171">
                  <c:v>80.94228784275008</c:v>
                </c:pt>
                <c:pt idx="172">
                  <c:v>84.09322100666307</c:v>
                </c:pt>
                <c:pt idx="173">
                  <c:v>82.29352969856885</c:v>
                </c:pt>
                <c:pt idx="174">
                  <c:v>82.81835659210678</c:v>
                </c:pt>
                <c:pt idx="175">
                  <c:v>85.84279786266485</c:v>
                </c:pt>
                <c:pt idx="176">
                  <c:v>78.1086210701603</c:v>
                </c:pt>
                <c:pt idx="177">
                  <c:v>85.78340532683686</c:v>
                </c:pt>
                <c:pt idx="178">
                  <c:v>84.61939309524132</c:v>
                </c:pt>
                <c:pt idx="179">
                  <c:v>82.4631894727689</c:v>
                </c:pt>
                <c:pt idx="180">
                  <c:v>80.76156230964352</c:v>
                </c:pt>
                <c:pt idx="181">
                  <c:v>83.5591559346787</c:v>
                </c:pt>
                <c:pt idx="182">
                  <c:v>84.37108634675157</c:v>
                </c:pt>
                <c:pt idx="183">
                  <c:v>78.60859932715188</c:v>
                </c:pt>
                <c:pt idx="184">
                  <c:v>85.78864413009538</c:v>
                </c:pt>
                <c:pt idx="185">
                  <c:v>84.02858744207614</c:v>
                </c:pt>
                <c:pt idx="186">
                  <c:v>84.24295659196201</c:v>
                </c:pt>
                <c:pt idx="187">
                  <c:v>82.81964575675164</c:v>
                </c:pt>
                <c:pt idx="188">
                  <c:v>85.00900737979147</c:v>
                </c:pt>
                <c:pt idx="189">
                  <c:v>81.59176141855438</c:v>
                </c:pt>
                <c:pt idx="190">
                  <c:v>83.06415125839976</c:v>
                </c:pt>
                <c:pt idx="191">
                  <c:v>84.60655469159532</c:v>
                </c:pt>
                <c:pt idx="192">
                  <c:v>84.6028994577973</c:v>
                </c:pt>
                <c:pt idx="193">
                  <c:v>82.83437208969124</c:v>
                </c:pt>
                <c:pt idx="194">
                  <c:v>83.35992350563613</c:v>
                </c:pt>
                <c:pt idx="195">
                  <c:v>83.20183019827148</c:v>
                </c:pt>
                <c:pt idx="196">
                  <c:v>85.83391050267842</c:v>
                </c:pt>
                <c:pt idx="197">
                  <c:v>85.4332708122926</c:v>
                </c:pt>
                <c:pt idx="198">
                  <c:v>86.56986881651466</c:v>
                </c:pt>
                <c:pt idx="199">
                  <c:v>83.42496219143331</c:v>
                </c:pt>
                <c:pt idx="200">
                  <c:v>86.34077032136106</c:v>
                </c:pt>
                <c:pt idx="201">
                  <c:v>87.10782075436846</c:v>
                </c:pt>
                <c:pt idx="202">
                  <c:v>83.72657370818756</c:v>
                </c:pt>
                <c:pt idx="203">
                  <c:v>82.22226336749065</c:v>
                </c:pt>
                <c:pt idx="204">
                  <c:v>82.64863531432539</c:v>
                </c:pt>
                <c:pt idx="205">
                  <c:v>83.4698319327731</c:v>
                </c:pt>
                <c:pt idx="206">
                  <c:v>82.93491354875283</c:v>
                </c:pt>
                <c:pt idx="207">
                  <c:v>85.44790857290857</c:v>
                </c:pt>
                <c:pt idx="208">
                  <c:v>87.05168633615621</c:v>
                </c:pt>
                <c:pt idx="209">
                  <c:v>83.52485683691047</c:v>
                </c:pt>
                <c:pt idx="210">
                  <c:v>85.27102679983237</c:v>
                </c:pt>
                <c:pt idx="211">
                  <c:v>86.72261861330239</c:v>
                </c:pt>
                <c:pt idx="212">
                  <c:v>86.60615287480397</c:v>
                </c:pt>
                <c:pt idx="213">
                  <c:v>83.77293197131058</c:v>
                </c:pt>
                <c:pt idx="214">
                  <c:v>84.86704856202816</c:v>
                </c:pt>
                <c:pt idx="215">
                  <c:v>84.49555141594766</c:v>
                </c:pt>
                <c:pt idx="216">
                  <c:v>85.29472849506527</c:v>
                </c:pt>
                <c:pt idx="217">
                  <c:v>86.30882793952267</c:v>
                </c:pt>
                <c:pt idx="218">
                  <c:v>85.33196143654507</c:v>
                </c:pt>
                <c:pt idx="219">
                  <c:v>85.41777518313108</c:v>
                </c:pt>
                <c:pt idx="220">
                  <c:v>86.66164524387048</c:v>
                </c:pt>
                <c:pt idx="221">
                  <c:v>87.4439312418404</c:v>
                </c:pt>
                <c:pt idx="222">
                  <c:v>85.08059182872836</c:v>
                </c:pt>
                <c:pt idx="223">
                  <c:v>86.37077371822274</c:v>
                </c:pt>
                <c:pt idx="224">
                  <c:v>86.87928765103851</c:v>
                </c:pt>
                <c:pt idx="225">
                  <c:v>87.09913714729656</c:v>
                </c:pt>
                <c:pt idx="226">
                  <c:v>87.53756796102083</c:v>
                </c:pt>
                <c:pt idx="227">
                  <c:v>86.4508115591622</c:v>
                </c:pt>
                <c:pt idx="228">
                  <c:v>85.13679193319771</c:v>
                </c:pt>
                <c:pt idx="229">
                  <c:v>86.25918176433794</c:v>
                </c:pt>
                <c:pt idx="230">
                  <c:v>87.62273774672603</c:v>
                </c:pt>
                <c:pt idx="231">
                  <c:v>86.28047603507773</c:v>
                </c:pt>
                <c:pt idx="232">
                  <c:v>87.09643950735942</c:v>
                </c:pt>
                <c:pt idx="233">
                  <c:v>89.17115627463703</c:v>
                </c:pt>
                <c:pt idx="234">
                  <c:v>89.20716974216559</c:v>
                </c:pt>
                <c:pt idx="235">
                  <c:v>86.41223996502868</c:v>
                </c:pt>
                <c:pt idx="236">
                  <c:v>87.68936383172893</c:v>
                </c:pt>
                <c:pt idx="237">
                  <c:v>89.93477898902046</c:v>
                </c:pt>
                <c:pt idx="238">
                  <c:v>89.97972112418276</c:v>
                </c:pt>
                <c:pt idx="239">
                  <c:v>90.46710435441996</c:v>
                </c:pt>
                <c:pt idx="240">
                  <c:v>88.7829897922989</c:v>
                </c:pt>
                <c:pt idx="241">
                  <c:v>87.6660243702098</c:v>
                </c:pt>
                <c:pt idx="242">
                  <c:v>90.94053489319931</c:v>
                </c:pt>
                <c:pt idx="243">
                  <c:v>87.85112722398245</c:v>
                </c:pt>
                <c:pt idx="244">
                  <c:v>89.1744938204611</c:v>
                </c:pt>
                <c:pt idx="245">
                  <c:v>86.66001162149679</c:v>
                </c:pt>
                <c:pt idx="246">
                  <c:v>87.41029812385086</c:v>
                </c:pt>
                <c:pt idx="247">
                  <c:v>90.03270032950084</c:v>
                </c:pt>
                <c:pt idx="248">
                  <c:v>88.93852998800872</c:v>
                </c:pt>
                <c:pt idx="249">
                  <c:v>87.81787463825522</c:v>
                </c:pt>
                <c:pt idx="250">
                  <c:v>88.22728158176683</c:v>
                </c:pt>
                <c:pt idx="251">
                  <c:v>89.78081416930338</c:v>
                </c:pt>
                <c:pt idx="252">
                  <c:v>89.92818217894752</c:v>
                </c:pt>
                <c:pt idx="253">
                  <c:v>90.30194476559794</c:v>
                </c:pt>
                <c:pt idx="254">
                  <c:v>91.38705213604484</c:v>
                </c:pt>
                <c:pt idx="255">
                  <c:v>91.2337180444787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HepG2 R1</c:v>
                </c:pt>
              </c:strCache>
            </c:strRef>
          </c:tx>
          <c:cat>
            <c:numRef>
              <c:f>Sheet1!$A$2:$A$257</c:f>
              <c:numCache>
                <c:formatCode>General</c:formatCode>
                <c:ptCount val="2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</c:numCache>
            </c:numRef>
          </c:cat>
          <c:val>
            <c:numRef>
              <c:f>Sheet1!$E$2:$E$257</c:f>
              <c:numCache>
                <c:formatCode>General</c:formatCode>
                <c:ptCount val="256"/>
                <c:pt idx="0">
                  <c:v>22.496359639465336</c:v>
                </c:pt>
                <c:pt idx="1">
                  <c:v>28.376617980760013</c:v>
                </c:pt>
                <c:pt idx="2">
                  <c:v>28.391631399585297</c:v>
                </c:pt>
                <c:pt idx="3">
                  <c:v>28.6935635470654</c:v>
                </c:pt>
                <c:pt idx="4">
                  <c:v>29.254839438146423</c:v>
                </c:pt>
                <c:pt idx="5">
                  <c:v>28.688649033739573</c:v>
                </c:pt>
                <c:pt idx="6">
                  <c:v>28.935152295941844</c:v>
                </c:pt>
                <c:pt idx="7">
                  <c:v>27.574524829088723</c:v>
                </c:pt>
                <c:pt idx="8">
                  <c:v>27.520274610330297</c:v>
                </c:pt>
                <c:pt idx="9">
                  <c:v>27.67791537374584</c:v>
                </c:pt>
                <c:pt idx="10">
                  <c:v>27.391170049876447</c:v>
                </c:pt>
                <c:pt idx="11">
                  <c:v>35.99279152652979</c:v>
                </c:pt>
                <c:pt idx="12">
                  <c:v>29.866433092953024</c:v>
                </c:pt>
                <c:pt idx="13">
                  <c:v>31.655134291158944</c:v>
                </c:pt>
                <c:pt idx="14">
                  <c:v>30.034503055874925</c:v>
                </c:pt>
                <c:pt idx="15">
                  <c:v>31.11615560038068</c:v>
                </c:pt>
                <c:pt idx="16">
                  <c:v>31.23648755181446</c:v>
                </c:pt>
                <c:pt idx="17">
                  <c:v>31.533303888255933</c:v>
                </c:pt>
                <c:pt idx="18">
                  <c:v>33.36165733385423</c:v>
                </c:pt>
                <c:pt idx="19">
                  <c:v>30.430572939798925</c:v>
                </c:pt>
                <c:pt idx="20">
                  <c:v>35.455760942276264</c:v>
                </c:pt>
                <c:pt idx="21">
                  <c:v>30.77473770829048</c:v>
                </c:pt>
                <c:pt idx="22">
                  <c:v>38.623340440282014</c:v>
                </c:pt>
                <c:pt idx="23">
                  <c:v>35.55706695772183</c:v>
                </c:pt>
                <c:pt idx="24">
                  <c:v>32.80863227158712</c:v>
                </c:pt>
                <c:pt idx="25">
                  <c:v>35.654011959393685</c:v>
                </c:pt>
                <c:pt idx="26">
                  <c:v>33.090158563753114</c:v>
                </c:pt>
                <c:pt idx="27">
                  <c:v>32.62482923422256</c:v>
                </c:pt>
                <c:pt idx="28">
                  <c:v>38.54158692569288</c:v>
                </c:pt>
                <c:pt idx="29">
                  <c:v>33.293663048858875</c:v>
                </c:pt>
                <c:pt idx="30">
                  <c:v>33.03765808388682</c:v>
                </c:pt>
                <c:pt idx="31">
                  <c:v>37.169833922418256</c:v>
                </c:pt>
                <c:pt idx="32">
                  <c:v>35.85238399707709</c:v>
                </c:pt>
                <c:pt idx="33">
                  <c:v>52.45828676452326</c:v>
                </c:pt>
                <c:pt idx="34">
                  <c:v>36.70251416590918</c:v>
                </c:pt>
                <c:pt idx="35">
                  <c:v>36.00205595661865</c:v>
                </c:pt>
                <c:pt idx="36">
                  <c:v>37.12168042169152</c:v>
                </c:pt>
                <c:pt idx="37">
                  <c:v>57.71679620603346</c:v>
                </c:pt>
                <c:pt idx="38">
                  <c:v>33.019145847814535</c:v>
                </c:pt>
                <c:pt idx="39">
                  <c:v>34.88256352660396</c:v>
                </c:pt>
                <c:pt idx="40">
                  <c:v>36.84295198099601</c:v>
                </c:pt>
                <c:pt idx="41">
                  <c:v>52.74090884383323</c:v>
                </c:pt>
                <c:pt idx="42">
                  <c:v>34.89178084299835</c:v>
                </c:pt>
                <c:pt idx="43">
                  <c:v>63.75087734314816</c:v>
                </c:pt>
                <c:pt idx="44">
                  <c:v>32.86485741077831</c:v>
                </c:pt>
                <c:pt idx="45">
                  <c:v>36.623901643990926</c:v>
                </c:pt>
                <c:pt idx="46">
                  <c:v>36.40189090041456</c:v>
                </c:pt>
                <c:pt idx="47">
                  <c:v>37.1980604608359</c:v>
                </c:pt>
                <c:pt idx="48">
                  <c:v>32.6382470307111</c:v>
                </c:pt>
                <c:pt idx="49">
                  <c:v>32.82914322779784</c:v>
                </c:pt>
                <c:pt idx="50">
                  <c:v>36.64109016298247</c:v>
                </c:pt>
                <c:pt idx="51">
                  <c:v>30.69032249985913</c:v>
                </c:pt>
                <c:pt idx="52">
                  <c:v>36.16212393824009</c:v>
                </c:pt>
                <c:pt idx="53">
                  <c:v>30.48778076251854</c:v>
                </c:pt>
                <c:pt idx="54">
                  <c:v>32.31941203919739</c:v>
                </c:pt>
                <c:pt idx="55">
                  <c:v>36.46123589227847</c:v>
                </c:pt>
                <c:pt idx="56">
                  <c:v>36.90723588189065</c:v>
                </c:pt>
                <c:pt idx="57">
                  <c:v>38.83920047583584</c:v>
                </c:pt>
                <c:pt idx="58">
                  <c:v>32.43805303951169</c:v>
                </c:pt>
                <c:pt idx="59">
                  <c:v>38.76781207165477</c:v>
                </c:pt>
                <c:pt idx="60">
                  <c:v>37.97990008446098</c:v>
                </c:pt>
                <c:pt idx="61">
                  <c:v>41.19134062057199</c:v>
                </c:pt>
                <c:pt idx="62">
                  <c:v>37.60001755309812</c:v>
                </c:pt>
                <c:pt idx="63">
                  <c:v>46.7746503426173</c:v>
                </c:pt>
                <c:pt idx="64">
                  <c:v>36.300539344489</c:v>
                </c:pt>
                <c:pt idx="65">
                  <c:v>36.23012119277679</c:v>
                </c:pt>
                <c:pt idx="66">
                  <c:v>57.68520608307808</c:v>
                </c:pt>
                <c:pt idx="67">
                  <c:v>38.54069525709086</c:v>
                </c:pt>
                <c:pt idx="68">
                  <c:v>37.27799990614295</c:v>
                </c:pt>
                <c:pt idx="69">
                  <c:v>37.63955021416978</c:v>
                </c:pt>
                <c:pt idx="70">
                  <c:v>41.157445597078144</c:v>
                </c:pt>
                <c:pt idx="71">
                  <c:v>46.55792252112939</c:v>
                </c:pt>
                <c:pt idx="72">
                  <c:v>41.20605199136211</c:v>
                </c:pt>
                <c:pt idx="73">
                  <c:v>46.105155741820006</c:v>
                </c:pt>
                <c:pt idx="74">
                  <c:v>41.9728975783373</c:v>
                </c:pt>
                <c:pt idx="75">
                  <c:v>42.03954999265893</c:v>
                </c:pt>
                <c:pt idx="76">
                  <c:v>38.66991066526925</c:v>
                </c:pt>
                <c:pt idx="77">
                  <c:v>42.09335672076429</c:v>
                </c:pt>
                <c:pt idx="78">
                  <c:v>38.5726634837963</c:v>
                </c:pt>
                <c:pt idx="79">
                  <c:v>42.69274169600814</c:v>
                </c:pt>
                <c:pt idx="80">
                  <c:v>42.70726240487471</c:v>
                </c:pt>
                <c:pt idx="81">
                  <c:v>37.88137247877333</c:v>
                </c:pt>
                <c:pt idx="82">
                  <c:v>39.44368073207931</c:v>
                </c:pt>
                <c:pt idx="83">
                  <c:v>39.282890562206525</c:v>
                </c:pt>
                <c:pt idx="84">
                  <c:v>38.08120241935027</c:v>
                </c:pt>
                <c:pt idx="85">
                  <c:v>40.28199015794683</c:v>
                </c:pt>
                <c:pt idx="86">
                  <c:v>62.479220177691694</c:v>
                </c:pt>
                <c:pt idx="87">
                  <c:v>39.344912327780406</c:v>
                </c:pt>
                <c:pt idx="88">
                  <c:v>39.86642770158913</c:v>
                </c:pt>
                <c:pt idx="89">
                  <c:v>39.87375761628462</c:v>
                </c:pt>
                <c:pt idx="90">
                  <c:v>46.326322636600175</c:v>
                </c:pt>
                <c:pt idx="91">
                  <c:v>42.85386576040781</c:v>
                </c:pt>
                <c:pt idx="92">
                  <c:v>41.772883579292575</c:v>
                </c:pt>
                <c:pt idx="93">
                  <c:v>38.85781536219133</c:v>
                </c:pt>
                <c:pt idx="94">
                  <c:v>43.31546396031796</c:v>
                </c:pt>
                <c:pt idx="95">
                  <c:v>40.55959845867281</c:v>
                </c:pt>
                <c:pt idx="96">
                  <c:v>62.32746465454822</c:v>
                </c:pt>
                <c:pt idx="97">
                  <c:v>45.6654560828372</c:v>
                </c:pt>
                <c:pt idx="98">
                  <c:v>46.33327859598707</c:v>
                </c:pt>
                <c:pt idx="99">
                  <c:v>38.828523251438845</c:v>
                </c:pt>
                <c:pt idx="100">
                  <c:v>45.745389701956384</c:v>
                </c:pt>
                <c:pt idx="101">
                  <c:v>56.25065198493191</c:v>
                </c:pt>
                <c:pt idx="102">
                  <c:v>31.794716091589585</c:v>
                </c:pt>
                <c:pt idx="103">
                  <c:v>45.581096436687965</c:v>
                </c:pt>
                <c:pt idx="104">
                  <c:v>38.58910517472161</c:v>
                </c:pt>
                <c:pt idx="105">
                  <c:v>44.74580230131531</c:v>
                </c:pt>
                <c:pt idx="106">
                  <c:v>55.98327282157676</c:v>
                </c:pt>
                <c:pt idx="107">
                  <c:v>41.75520117044624</c:v>
                </c:pt>
                <c:pt idx="108">
                  <c:v>51.49606853752911</c:v>
                </c:pt>
                <c:pt idx="109">
                  <c:v>43.49179244652655</c:v>
                </c:pt>
                <c:pt idx="110">
                  <c:v>39.99866607065568</c:v>
                </c:pt>
                <c:pt idx="111">
                  <c:v>41.623548253661845</c:v>
                </c:pt>
                <c:pt idx="112">
                  <c:v>39.12735525717018</c:v>
                </c:pt>
                <c:pt idx="113">
                  <c:v>45.00468116737164</c:v>
                </c:pt>
                <c:pt idx="114">
                  <c:v>43.62419251256092</c:v>
                </c:pt>
                <c:pt idx="115">
                  <c:v>42.66773023423717</c:v>
                </c:pt>
                <c:pt idx="116">
                  <c:v>43.39847733769109</c:v>
                </c:pt>
                <c:pt idx="117">
                  <c:v>43.2177810624182</c:v>
                </c:pt>
                <c:pt idx="118">
                  <c:v>40.12308465743337</c:v>
                </c:pt>
                <c:pt idx="119">
                  <c:v>46.18365594859619</c:v>
                </c:pt>
                <c:pt idx="120">
                  <c:v>40.87763395963813</c:v>
                </c:pt>
                <c:pt idx="121">
                  <c:v>41.671199301967626</c:v>
                </c:pt>
                <c:pt idx="122">
                  <c:v>44.45708798259554</c:v>
                </c:pt>
                <c:pt idx="123">
                  <c:v>62.55964967156709</c:v>
                </c:pt>
                <c:pt idx="124">
                  <c:v>45.37743374572954</c:v>
                </c:pt>
                <c:pt idx="125">
                  <c:v>47.32739970036923</c:v>
                </c:pt>
                <c:pt idx="126">
                  <c:v>64.2373544795006</c:v>
                </c:pt>
                <c:pt idx="127">
                  <c:v>58.523859282479975</c:v>
                </c:pt>
                <c:pt idx="128">
                  <c:v>46.665685936022335</c:v>
                </c:pt>
                <c:pt idx="129">
                  <c:v>59.12040296606996</c:v>
                </c:pt>
                <c:pt idx="130">
                  <c:v>41.59692832764505</c:v>
                </c:pt>
                <c:pt idx="131">
                  <c:v>46.768543806488005</c:v>
                </c:pt>
                <c:pt idx="132">
                  <c:v>44.40318399304045</c:v>
                </c:pt>
                <c:pt idx="133">
                  <c:v>46.79708967828099</c:v>
                </c:pt>
                <c:pt idx="134">
                  <c:v>64.9681491266696</c:v>
                </c:pt>
                <c:pt idx="135">
                  <c:v>44.76099451229765</c:v>
                </c:pt>
                <c:pt idx="136">
                  <c:v>46.24644766139171</c:v>
                </c:pt>
                <c:pt idx="137">
                  <c:v>52.5680428310987</c:v>
                </c:pt>
                <c:pt idx="138">
                  <c:v>42.09352935687552</c:v>
                </c:pt>
                <c:pt idx="139">
                  <c:v>64.560642428521</c:v>
                </c:pt>
                <c:pt idx="140">
                  <c:v>45.03754640305252</c:v>
                </c:pt>
                <c:pt idx="141">
                  <c:v>63.29716764145364</c:v>
                </c:pt>
                <c:pt idx="142">
                  <c:v>46.64839313371193</c:v>
                </c:pt>
                <c:pt idx="143">
                  <c:v>45.16817768518437</c:v>
                </c:pt>
                <c:pt idx="144">
                  <c:v>48.127598237539104</c:v>
                </c:pt>
                <c:pt idx="145">
                  <c:v>45.21610459412894</c:v>
                </c:pt>
                <c:pt idx="146">
                  <c:v>47.24014168235411</c:v>
                </c:pt>
                <c:pt idx="147">
                  <c:v>46.791953814532704</c:v>
                </c:pt>
                <c:pt idx="148">
                  <c:v>44.38671611268212</c:v>
                </c:pt>
                <c:pt idx="149">
                  <c:v>49.54736753768528</c:v>
                </c:pt>
                <c:pt idx="150">
                  <c:v>48.18838046031733</c:v>
                </c:pt>
                <c:pt idx="151">
                  <c:v>55.15067517895144</c:v>
                </c:pt>
                <c:pt idx="152">
                  <c:v>48.48506510084248</c:v>
                </c:pt>
                <c:pt idx="153">
                  <c:v>53.86807076812092</c:v>
                </c:pt>
                <c:pt idx="154">
                  <c:v>44.37319894036312</c:v>
                </c:pt>
                <c:pt idx="155">
                  <c:v>64.82632236568097</c:v>
                </c:pt>
                <c:pt idx="156">
                  <c:v>43.685837011582784</c:v>
                </c:pt>
                <c:pt idx="157">
                  <c:v>52.49509700548292</c:v>
                </c:pt>
                <c:pt idx="158">
                  <c:v>50.97082629854008</c:v>
                </c:pt>
                <c:pt idx="159">
                  <c:v>49.16282711408548</c:v>
                </c:pt>
                <c:pt idx="160">
                  <c:v>50.0389933078605</c:v>
                </c:pt>
                <c:pt idx="161">
                  <c:v>52.450392452748254</c:v>
                </c:pt>
                <c:pt idx="162">
                  <c:v>48.76270903390847</c:v>
                </c:pt>
                <c:pt idx="163">
                  <c:v>49.45045251169413</c:v>
                </c:pt>
                <c:pt idx="164">
                  <c:v>46.412057380874806</c:v>
                </c:pt>
                <c:pt idx="165">
                  <c:v>46.57415446577423</c:v>
                </c:pt>
                <c:pt idx="166">
                  <c:v>52.27127586907157</c:v>
                </c:pt>
                <c:pt idx="167">
                  <c:v>55.10237352782001</c:v>
                </c:pt>
                <c:pt idx="168">
                  <c:v>63.48079608938548</c:v>
                </c:pt>
                <c:pt idx="169">
                  <c:v>54.32816553711795</c:v>
                </c:pt>
                <c:pt idx="170">
                  <c:v>46.63181519006463</c:v>
                </c:pt>
                <c:pt idx="171">
                  <c:v>63.85131021309616</c:v>
                </c:pt>
                <c:pt idx="172">
                  <c:v>53.41257685816462</c:v>
                </c:pt>
                <c:pt idx="173">
                  <c:v>66.36083644026584</c:v>
                </c:pt>
                <c:pt idx="174">
                  <c:v>54.519031478884216</c:v>
                </c:pt>
                <c:pt idx="175">
                  <c:v>44.95993106064354</c:v>
                </c:pt>
                <c:pt idx="176">
                  <c:v>72.73458995890655</c:v>
                </c:pt>
                <c:pt idx="177">
                  <c:v>44.5142509731346</c:v>
                </c:pt>
                <c:pt idx="178">
                  <c:v>55.207362732171056</c:v>
                </c:pt>
                <c:pt idx="179">
                  <c:v>66.79796217906447</c:v>
                </c:pt>
                <c:pt idx="180">
                  <c:v>54.64436071864643</c:v>
                </c:pt>
                <c:pt idx="181">
                  <c:v>47.234258159928345</c:v>
                </c:pt>
                <c:pt idx="182">
                  <c:v>51.38353992323665</c:v>
                </c:pt>
                <c:pt idx="183">
                  <c:v>72.91320169609519</c:v>
                </c:pt>
                <c:pt idx="184">
                  <c:v>56.24118855786297</c:v>
                </c:pt>
                <c:pt idx="185">
                  <c:v>50.93314235853872</c:v>
                </c:pt>
                <c:pt idx="186">
                  <c:v>52.03030883753242</c:v>
                </c:pt>
                <c:pt idx="187">
                  <c:v>54.16357325876032</c:v>
                </c:pt>
                <c:pt idx="188">
                  <c:v>54.84020021731773</c:v>
                </c:pt>
                <c:pt idx="189">
                  <c:v>53.50004077638232</c:v>
                </c:pt>
                <c:pt idx="190">
                  <c:v>45.816529103426696</c:v>
                </c:pt>
                <c:pt idx="191">
                  <c:v>51.52124411393522</c:v>
                </c:pt>
                <c:pt idx="192">
                  <c:v>51.05259350516684</c:v>
                </c:pt>
                <c:pt idx="193">
                  <c:v>53.76809186259101</c:v>
                </c:pt>
                <c:pt idx="194">
                  <c:v>58.53941851025216</c:v>
                </c:pt>
                <c:pt idx="195">
                  <c:v>45.68911243505431</c:v>
                </c:pt>
                <c:pt idx="196">
                  <c:v>56.934705595943655</c:v>
                </c:pt>
                <c:pt idx="197">
                  <c:v>51.87905732769485</c:v>
                </c:pt>
                <c:pt idx="198">
                  <c:v>48.26441271667368</c:v>
                </c:pt>
                <c:pt idx="199">
                  <c:v>60.95953137410643</c:v>
                </c:pt>
                <c:pt idx="200">
                  <c:v>57.06308280138887</c:v>
                </c:pt>
                <c:pt idx="201">
                  <c:v>48.70277809970034</c:v>
                </c:pt>
                <c:pt idx="202">
                  <c:v>55.067294827558186</c:v>
                </c:pt>
                <c:pt idx="203">
                  <c:v>52.49961310510786</c:v>
                </c:pt>
                <c:pt idx="204">
                  <c:v>52.80678730264136</c:v>
                </c:pt>
                <c:pt idx="205">
                  <c:v>54.21008512250065</c:v>
                </c:pt>
                <c:pt idx="206">
                  <c:v>53.74083295252202</c:v>
                </c:pt>
                <c:pt idx="207">
                  <c:v>44.78919646316018</c:v>
                </c:pt>
                <c:pt idx="208">
                  <c:v>52.34307931355004</c:v>
                </c:pt>
                <c:pt idx="209">
                  <c:v>51.65987956445227</c:v>
                </c:pt>
                <c:pt idx="210">
                  <c:v>52.24308915192845</c:v>
                </c:pt>
                <c:pt idx="211">
                  <c:v>52.22952741774676</c:v>
                </c:pt>
                <c:pt idx="212">
                  <c:v>45.67184411527856</c:v>
                </c:pt>
                <c:pt idx="213">
                  <c:v>51.4084195104643</c:v>
                </c:pt>
                <c:pt idx="214">
                  <c:v>61.12231962238705</c:v>
                </c:pt>
                <c:pt idx="215">
                  <c:v>54.38874406438985</c:v>
                </c:pt>
                <c:pt idx="216">
                  <c:v>49.30356649792913</c:v>
                </c:pt>
                <c:pt idx="217">
                  <c:v>59.973174055322914</c:v>
                </c:pt>
                <c:pt idx="218">
                  <c:v>72.25087817900801</c:v>
                </c:pt>
                <c:pt idx="219">
                  <c:v>51.38371369832248</c:v>
                </c:pt>
                <c:pt idx="220">
                  <c:v>63.53742554425176</c:v>
                </c:pt>
                <c:pt idx="221">
                  <c:v>58.334292594115226</c:v>
                </c:pt>
                <c:pt idx="222">
                  <c:v>72.41564997896508</c:v>
                </c:pt>
                <c:pt idx="223">
                  <c:v>59.833123131580464</c:v>
                </c:pt>
                <c:pt idx="224">
                  <c:v>63.685119288313786</c:v>
                </c:pt>
                <c:pt idx="225">
                  <c:v>50.71209303642731</c:v>
                </c:pt>
                <c:pt idx="226">
                  <c:v>58.85994349376334</c:v>
                </c:pt>
                <c:pt idx="227">
                  <c:v>58.82314271396904</c:v>
                </c:pt>
                <c:pt idx="228">
                  <c:v>59.15971226296979</c:v>
                </c:pt>
                <c:pt idx="229">
                  <c:v>49.27166222152494</c:v>
                </c:pt>
                <c:pt idx="230">
                  <c:v>50.89683642606065</c:v>
                </c:pt>
                <c:pt idx="231">
                  <c:v>51.961639014997466</c:v>
                </c:pt>
                <c:pt idx="232">
                  <c:v>58.76584129947411</c:v>
                </c:pt>
                <c:pt idx="233">
                  <c:v>58.5178368396554</c:v>
                </c:pt>
                <c:pt idx="234">
                  <c:v>58.4820709758016</c:v>
                </c:pt>
                <c:pt idx="235">
                  <c:v>58.96215231095575</c:v>
                </c:pt>
                <c:pt idx="236">
                  <c:v>59.44138770629381</c:v>
                </c:pt>
                <c:pt idx="237">
                  <c:v>57.79549917667866</c:v>
                </c:pt>
                <c:pt idx="238">
                  <c:v>58.27785856532988</c:v>
                </c:pt>
                <c:pt idx="239">
                  <c:v>57.71362913331825</c:v>
                </c:pt>
                <c:pt idx="240">
                  <c:v>65.33573366941427</c:v>
                </c:pt>
                <c:pt idx="241">
                  <c:v>64.61256327208216</c:v>
                </c:pt>
                <c:pt idx="242">
                  <c:v>56.97758906395307</c:v>
                </c:pt>
                <c:pt idx="243">
                  <c:v>64.6523377933483</c:v>
                </c:pt>
                <c:pt idx="244">
                  <c:v>65.8531567080045</c:v>
                </c:pt>
                <c:pt idx="245">
                  <c:v>78.35819274220131</c:v>
                </c:pt>
                <c:pt idx="246">
                  <c:v>78.49196210929063</c:v>
                </c:pt>
                <c:pt idx="247">
                  <c:v>69.25129276417391</c:v>
                </c:pt>
                <c:pt idx="248">
                  <c:v>71.89186400625718</c:v>
                </c:pt>
                <c:pt idx="249">
                  <c:v>79.67874183536388</c:v>
                </c:pt>
                <c:pt idx="250">
                  <c:v>79.93225238813474</c:v>
                </c:pt>
                <c:pt idx="251">
                  <c:v>71.19626913187813</c:v>
                </c:pt>
                <c:pt idx="252">
                  <c:v>71.43452050855464</c:v>
                </c:pt>
                <c:pt idx="253">
                  <c:v>68.7259188900385</c:v>
                </c:pt>
                <c:pt idx="254">
                  <c:v>75.03045969294124</c:v>
                </c:pt>
                <c:pt idx="255">
                  <c:v>75.60878656921514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Mean methylation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7-mer contexts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Sheet1!$A$2:$A$257</c:f>
              <c:numCache>
                <c:formatCode>General</c:formatCode>
                <c:ptCount val="256"/>
                <c:pt idx="0">
                  <c:v>58.75202566471685</c:v>
                </c:pt>
                <c:pt idx="1">
                  <c:v>56.35578088654457</c:v>
                </c:pt>
                <c:pt idx="2">
                  <c:v>57.56144083484305</c:v>
                </c:pt>
                <c:pt idx="3">
                  <c:v>61.39560390120025</c:v>
                </c:pt>
                <c:pt idx="4">
                  <c:v>73.21744291349661</c:v>
                </c:pt>
                <c:pt idx="5">
                  <c:v>68.40701837058882</c:v>
                </c:pt>
                <c:pt idx="6">
                  <c:v>72.12113511224058</c:v>
                </c:pt>
                <c:pt idx="7">
                  <c:v>69.94331433154153</c:v>
                </c:pt>
                <c:pt idx="8">
                  <c:v>66.33704833068673</c:v>
                </c:pt>
                <c:pt idx="9">
                  <c:v>65.36869891275357</c:v>
                </c:pt>
                <c:pt idx="10">
                  <c:v>63.5484068799829</c:v>
                </c:pt>
                <c:pt idx="11">
                  <c:v>64.97667358676786</c:v>
                </c:pt>
                <c:pt idx="12">
                  <c:v>64.09240413217796</c:v>
                </c:pt>
                <c:pt idx="13">
                  <c:v>53.44247024624401</c:v>
                </c:pt>
                <c:pt idx="14">
                  <c:v>55.67992026030527</c:v>
                </c:pt>
                <c:pt idx="15">
                  <c:v>44.36217339892647</c:v>
                </c:pt>
                <c:pt idx="16">
                  <c:v>71.78112137969346</c:v>
                </c:pt>
                <c:pt idx="17">
                  <c:v>70.79171419499747</c:v>
                </c:pt>
                <c:pt idx="18">
                  <c:v>70.6185200995346</c:v>
                </c:pt>
                <c:pt idx="19">
                  <c:v>74.26372899051951</c:v>
                </c:pt>
                <c:pt idx="20">
                  <c:v>85.52728591805617</c:v>
                </c:pt>
                <c:pt idx="21">
                  <c:v>80.18663374340433</c:v>
                </c:pt>
                <c:pt idx="22">
                  <c:v>87.27336220383961</c:v>
                </c:pt>
                <c:pt idx="23">
                  <c:v>82.20824923777215</c:v>
                </c:pt>
                <c:pt idx="24">
                  <c:v>75.64261298215314</c:v>
                </c:pt>
                <c:pt idx="25">
                  <c:v>76.83992423660703</c:v>
                </c:pt>
                <c:pt idx="26">
                  <c:v>74.72266607839163</c:v>
                </c:pt>
                <c:pt idx="27">
                  <c:v>77.14180433443468</c:v>
                </c:pt>
                <c:pt idx="28">
                  <c:v>76.15315156804235</c:v>
                </c:pt>
                <c:pt idx="29">
                  <c:v>72.43390869950515</c:v>
                </c:pt>
                <c:pt idx="30">
                  <c:v>74.7277714498245</c:v>
                </c:pt>
                <c:pt idx="31">
                  <c:v>64.35121556693329</c:v>
                </c:pt>
                <c:pt idx="32">
                  <c:v>81.28827221809067</c:v>
                </c:pt>
                <c:pt idx="33">
                  <c:v>78.2939600979213</c:v>
                </c:pt>
                <c:pt idx="34">
                  <c:v>82.8727212174744</c:v>
                </c:pt>
                <c:pt idx="35">
                  <c:v>85.81683132530121</c:v>
                </c:pt>
                <c:pt idx="36">
                  <c:v>85.93846975983905</c:v>
                </c:pt>
                <c:pt idx="37">
                  <c:v>80.09664491303876</c:v>
                </c:pt>
                <c:pt idx="38">
                  <c:v>74.07500426714783</c:v>
                </c:pt>
                <c:pt idx="39">
                  <c:v>84.22492756705032</c:v>
                </c:pt>
                <c:pt idx="40">
                  <c:v>84.26213122877412</c:v>
                </c:pt>
                <c:pt idx="41">
                  <c:v>80.43697103571517</c:v>
                </c:pt>
                <c:pt idx="42">
                  <c:v>81.41043253781999</c:v>
                </c:pt>
                <c:pt idx="43">
                  <c:v>83.2982047113849</c:v>
                </c:pt>
                <c:pt idx="44">
                  <c:v>82.96871923423758</c:v>
                </c:pt>
                <c:pt idx="45">
                  <c:v>74.47556641963446</c:v>
                </c:pt>
                <c:pt idx="46">
                  <c:v>79.15258109758857</c:v>
                </c:pt>
                <c:pt idx="47">
                  <c:v>70.70893415898996</c:v>
                </c:pt>
                <c:pt idx="48">
                  <c:v>67.78095966162414</c:v>
                </c:pt>
                <c:pt idx="49">
                  <c:v>68.37832055418706</c:v>
                </c:pt>
                <c:pt idx="50">
                  <c:v>70.8494841714971</c:v>
                </c:pt>
                <c:pt idx="51">
                  <c:v>72.19476165730872</c:v>
                </c:pt>
                <c:pt idx="52">
                  <c:v>84.8537359812971</c:v>
                </c:pt>
                <c:pt idx="53">
                  <c:v>78.14603258360266</c:v>
                </c:pt>
                <c:pt idx="54">
                  <c:v>88.9131046522232</c:v>
                </c:pt>
                <c:pt idx="55">
                  <c:v>85.52633970424989</c:v>
                </c:pt>
                <c:pt idx="56">
                  <c:v>75.56044660264278</c:v>
                </c:pt>
                <c:pt idx="57">
                  <c:v>75.55728833164646</c:v>
                </c:pt>
                <c:pt idx="58">
                  <c:v>73.38900408938824</c:v>
                </c:pt>
                <c:pt idx="59">
                  <c:v>75.09768856447688</c:v>
                </c:pt>
                <c:pt idx="60">
                  <c:v>73.2908606690484</c:v>
                </c:pt>
                <c:pt idx="61">
                  <c:v>68.15367152217294</c:v>
                </c:pt>
                <c:pt idx="62">
                  <c:v>70.8363141860037</c:v>
                </c:pt>
                <c:pt idx="63">
                  <c:v>62.12563819095477</c:v>
                </c:pt>
                <c:pt idx="64">
                  <c:v>63.227700464475866</c:v>
                </c:pt>
                <c:pt idx="65">
                  <c:v>63.96432991677228</c:v>
                </c:pt>
                <c:pt idx="66">
                  <c:v>65.73531065551968</c:v>
                </c:pt>
                <c:pt idx="67">
                  <c:v>70.15213856039914</c:v>
                </c:pt>
                <c:pt idx="68">
                  <c:v>78.99263833647338</c:v>
                </c:pt>
                <c:pt idx="69">
                  <c:v>82.6216489530194</c:v>
                </c:pt>
                <c:pt idx="70">
                  <c:v>78.27661133930889</c:v>
                </c:pt>
                <c:pt idx="71">
                  <c:v>78.86114076350682</c:v>
                </c:pt>
                <c:pt idx="72">
                  <c:v>68.37966016951202</c:v>
                </c:pt>
                <c:pt idx="73">
                  <c:v>73.19249655103008</c:v>
                </c:pt>
                <c:pt idx="74">
                  <c:v>66.38440265711994</c:v>
                </c:pt>
                <c:pt idx="75">
                  <c:v>74.52122385628448</c:v>
                </c:pt>
                <c:pt idx="76">
                  <c:v>71.05832159134741</c:v>
                </c:pt>
                <c:pt idx="77">
                  <c:v>66.01693661103346</c:v>
                </c:pt>
                <c:pt idx="78">
                  <c:v>61.880735382661264</c:v>
                </c:pt>
                <c:pt idx="79">
                  <c:v>56.39667436154216</c:v>
                </c:pt>
                <c:pt idx="80">
                  <c:v>70.98039546281707</c:v>
                </c:pt>
                <c:pt idx="81">
                  <c:v>70.69186739350913</c:v>
                </c:pt>
                <c:pt idx="82">
                  <c:v>70.4687715094865</c:v>
                </c:pt>
                <c:pt idx="83">
                  <c:v>73.00268481625254</c:v>
                </c:pt>
                <c:pt idx="84">
                  <c:v>78.75262659227288</c:v>
                </c:pt>
                <c:pt idx="85">
                  <c:v>82.87247237035929</c:v>
                </c:pt>
                <c:pt idx="86">
                  <c:v>66.34959886083423</c:v>
                </c:pt>
                <c:pt idx="87">
                  <c:v>80.76293746583741</c:v>
                </c:pt>
                <c:pt idx="88">
                  <c:v>71.5984136031158</c:v>
                </c:pt>
                <c:pt idx="89">
                  <c:v>79.89913308677359</c:v>
                </c:pt>
                <c:pt idx="90">
                  <c:v>74.37093368059944</c:v>
                </c:pt>
                <c:pt idx="91">
                  <c:v>75.39952333006207</c:v>
                </c:pt>
                <c:pt idx="92">
                  <c:v>75.16267859014218</c:v>
                </c:pt>
                <c:pt idx="93">
                  <c:v>77.88910594416997</c:v>
                </c:pt>
                <c:pt idx="94">
                  <c:v>66.0997255491116</c:v>
                </c:pt>
                <c:pt idx="95">
                  <c:v>63.4230177865258</c:v>
                </c:pt>
                <c:pt idx="96">
                  <c:v>77.56481568333177</c:v>
                </c:pt>
                <c:pt idx="97">
                  <c:v>75.20568019093079</c:v>
                </c:pt>
                <c:pt idx="98">
                  <c:v>74.11483985192339</c:v>
                </c:pt>
                <c:pt idx="99">
                  <c:v>88.86187802576833</c:v>
                </c:pt>
                <c:pt idx="100">
                  <c:v>78.38765805447812</c:v>
                </c:pt>
                <c:pt idx="101">
                  <c:v>86.82920535830407</c:v>
                </c:pt>
                <c:pt idx="102">
                  <c:v>66.41463752458517</c:v>
                </c:pt>
                <c:pt idx="103">
                  <c:v>74.65960112503195</c:v>
                </c:pt>
                <c:pt idx="104">
                  <c:v>71.57236257276404</c:v>
                </c:pt>
                <c:pt idx="105">
                  <c:v>69.93530881058061</c:v>
                </c:pt>
                <c:pt idx="106">
                  <c:v>65.45205008593175</c:v>
                </c:pt>
                <c:pt idx="107">
                  <c:v>87.33406436565541</c:v>
                </c:pt>
                <c:pt idx="108">
                  <c:v>82.13158664249372</c:v>
                </c:pt>
                <c:pt idx="109">
                  <c:v>76.37424402152804</c:v>
                </c:pt>
                <c:pt idx="110">
                  <c:v>77.99306604628678</c:v>
                </c:pt>
                <c:pt idx="111">
                  <c:v>72.44585641359835</c:v>
                </c:pt>
                <c:pt idx="112">
                  <c:v>73.31602357577141</c:v>
                </c:pt>
                <c:pt idx="113">
                  <c:v>66.08383850031298</c:v>
                </c:pt>
                <c:pt idx="114">
                  <c:v>62.85905093117613</c:v>
                </c:pt>
                <c:pt idx="115">
                  <c:v>73.00534627405823</c:v>
                </c:pt>
                <c:pt idx="116">
                  <c:v>77.23852926018229</c:v>
                </c:pt>
                <c:pt idx="117">
                  <c:v>76.16545075962057</c:v>
                </c:pt>
                <c:pt idx="118">
                  <c:v>74.21293349429324</c:v>
                </c:pt>
                <c:pt idx="119">
                  <c:v>81.9164222824418</c:v>
                </c:pt>
                <c:pt idx="120">
                  <c:v>70.27104564195459</c:v>
                </c:pt>
                <c:pt idx="121">
                  <c:v>80.86258957488268</c:v>
                </c:pt>
                <c:pt idx="122">
                  <c:v>71.27535548957947</c:v>
                </c:pt>
                <c:pt idx="123">
                  <c:v>71.47405726645708</c:v>
                </c:pt>
                <c:pt idx="124">
                  <c:v>69.49255606137245</c:v>
                </c:pt>
                <c:pt idx="125">
                  <c:v>67.44670326616564</c:v>
                </c:pt>
                <c:pt idx="126">
                  <c:v>67.9377260480132</c:v>
                </c:pt>
                <c:pt idx="127">
                  <c:v>58.10618593870719</c:v>
                </c:pt>
                <c:pt idx="128">
                  <c:v>66.66948380874011</c:v>
                </c:pt>
                <c:pt idx="129">
                  <c:v>63.80869844149236</c:v>
                </c:pt>
                <c:pt idx="130">
                  <c:v>65.82973457128487</c:v>
                </c:pt>
                <c:pt idx="131">
                  <c:v>66.80755535157549</c:v>
                </c:pt>
                <c:pt idx="132">
                  <c:v>78.25562156306707</c:v>
                </c:pt>
                <c:pt idx="133">
                  <c:v>71.21228684580892</c:v>
                </c:pt>
                <c:pt idx="134">
                  <c:v>75.15045317220543</c:v>
                </c:pt>
                <c:pt idx="135">
                  <c:v>73.45832811478033</c:v>
                </c:pt>
                <c:pt idx="136">
                  <c:v>77.39618853966125</c:v>
                </c:pt>
                <c:pt idx="137">
                  <c:v>71.708082026538</c:v>
                </c:pt>
                <c:pt idx="138">
                  <c:v>77.29076776783235</c:v>
                </c:pt>
                <c:pt idx="139">
                  <c:v>73.04003071098983</c:v>
                </c:pt>
                <c:pt idx="140">
                  <c:v>70.51001239263279</c:v>
                </c:pt>
                <c:pt idx="141">
                  <c:v>60.578217402355335</c:v>
                </c:pt>
                <c:pt idx="142">
                  <c:v>65.31200777463651</c:v>
                </c:pt>
                <c:pt idx="143">
                  <c:v>53.035161637617485</c:v>
                </c:pt>
                <c:pt idx="144">
                  <c:v>73.83062266321542</c:v>
                </c:pt>
                <c:pt idx="145">
                  <c:v>69.32018347651987</c:v>
                </c:pt>
                <c:pt idx="146">
                  <c:v>78.71742388836961</c:v>
                </c:pt>
                <c:pt idx="147">
                  <c:v>74.03551575361328</c:v>
                </c:pt>
                <c:pt idx="148">
                  <c:v>79.75828446400631</c:v>
                </c:pt>
                <c:pt idx="149">
                  <c:v>75.8930846157225</c:v>
                </c:pt>
                <c:pt idx="150">
                  <c:v>66.07022232814681</c:v>
                </c:pt>
                <c:pt idx="151">
                  <c:v>78.83167608379185</c:v>
                </c:pt>
                <c:pt idx="152">
                  <c:v>76.16005547850207</c:v>
                </c:pt>
                <c:pt idx="153">
                  <c:v>72.60620130590695</c:v>
                </c:pt>
                <c:pt idx="154">
                  <c:v>77.64119989931743</c:v>
                </c:pt>
                <c:pt idx="155">
                  <c:v>76.40897818715521</c:v>
                </c:pt>
                <c:pt idx="156">
                  <c:v>76.42144848319212</c:v>
                </c:pt>
                <c:pt idx="157">
                  <c:v>70.45464260964674</c:v>
                </c:pt>
                <c:pt idx="158">
                  <c:v>71.51688525732747</c:v>
                </c:pt>
                <c:pt idx="159">
                  <c:v>64.1142437545648</c:v>
                </c:pt>
                <c:pt idx="160">
                  <c:v>80.62163922225324</c:v>
                </c:pt>
                <c:pt idx="161">
                  <c:v>79.78932962926895</c:v>
                </c:pt>
                <c:pt idx="162">
                  <c:v>76.38417327696766</c:v>
                </c:pt>
                <c:pt idx="163">
                  <c:v>78.22366503059709</c:v>
                </c:pt>
                <c:pt idx="164">
                  <c:v>87.59114159973512</c:v>
                </c:pt>
                <c:pt idx="165">
                  <c:v>82.03060784985365</c:v>
                </c:pt>
                <c:pt idx="166">
                  <c:v>86.42084682660322</c:v>
                </c:pt>
                <c:pt idx="167">
                  <c:v>80.06679491565907</c:v>
                </c:pt>
                <c:pt idx="168">
                  <c:v>87.78664014280086</c:v>
                </c:pt>
                <c:pt idx="169">
                  <c:v>78.27744301678727</c:v>
                </c:pt>
                <c:pt idx="170">
                  <c:v>79.03874192924982</c:v>
                </c:pt>
                <c:pt idx="171">
                  <c:v>81.61797657921406</c:v>
                </c:pt>
                <c:pt idx="172">
                  <c:v>82.3135875789239</c:v>
                </c:pt>
                <c:pt idx="173">
                  <c:v>72.31058582732197</c:v>
                </c:pt>
                <c:pt idx="174">
                  <c:v>82.76094376845367</c:v>
                </c:pt>
                <c:pt idx="175">
                  <c:v>68.9841912695308</c:v>
                </c:pt>
                <c:pt idx="176">
                  <c:v>66.48064992911509</c:v>
                </c:pt>
                <c:pt idx="177">
                  <c:v>63.33865536890402</c:v>
                </c:pt>
                <c:pt idx="178">
                  <c:v>65.00490161030213</c:v>
                </c:pt>
                <c:pt idx="179">
                  <c:v>67.81717947237776</c:v>
                </c:pt>
                <c:pt idx="180">
                  <c:v>78.93938273679494</c:v>
                </c:pt>
                <c:pt idx="181">
                  <c:v>79.3486512655709</c:v>
                </c:pt>
                <c:pt idx="182">
                  <c:v>73.5610625202462</c:v>
                </c:pt>
                <c:pt idx="183">
                  <c:v>77.66450704225352</c:v>
                </c:pt>
                <c:pt idx="184">
                  <c:v>73.29136027319294</c:v>
                </c:pt>
                <c:pt idx="185">
                  <c:v>70.33996551687663</c:v>
                </c:pt>
                <c:pt idx="186">
                  <c:v>68.55649416035068</c:v>
                </c:pt>
                <c:pt idx="187">
                  <c:v>70.82597703815378</c:v>
                </c:pt>
                <c:pt idx="188">
                  <c:v>70.96134398543764</c:v>
                </c:pt>
                <c:pt idx="189">
                  <c:v>64.59997029793456</c:v>
                </c:pt>
                <c:pt idx="190">
                  <c:v>63.54349780299598</c:v>
                </c:pt>
                <c:pt idx="191">
                  <c:v>56.46816451506124</c:v>
                </c:pt>
                <c:pt idx="192">
                  <c:v>70.93721806111158</c:v>
                </c:pt>
                <c:pt idx="193">
                  <c:v>71.5443604813882</c:v>
                </c:pt>
                <c:pt idx="194">
                  <c:v>69.43976418175423</c:v>
                </c:pt>
                <c:pt idx="195">
                  <c:v>72.781210984227</c:v>
                </c:pt>
                <c:pt idx="196">
                  <c:v>84.10443793902706</c:v>
                </c:pt>
                <c:pt idx="197">
                  <c:v>82.70487965543451</c:v>
                </c:pt>
                <c:pt idx="198">
                  <c:v>82.41262670141906</c:v>
                </c:pt>
                <c:pt idx="199">
                  <c:v>82.64246211425039</c:v>
                </c:pt>
                <c:pt idx="200">
                  <c:v>75.71236136519552</c:v>
                </c:pt>
                <c:pt idx="201">
                  <c:v>78.37247021515559</c:v>
                </c:pt>
                <c:pt idx="202">
                  <c:v>75.60936832207881</c:v>
                </c:pt>
                <c:pt idx="203">
                  <c:v>77.1235581939705</c:v>
                </c:pt>
                <c:pt idx="204">
                  <c:v>76.6607751990542</c:v>
                </c:pt>
                <c:pt idx="205">
                  <c:v>71.40393584638603</c:v>
                </c:pt>
                <c:pt idx="206">
                  <c:v>71.10357981903189</c:v>
                </c:pt>
                <c:pt idx="207">
                  <c:v>64.47468840859646</c:v>
                </c:pt>
                <c:pt idx="208">
                  <c:v>73.08464287591318</c:v>
                </c:pt>
                <c:pt idx="209">
                  <c:v>74.15668818161585</c:v>
                </c:pt>
                <c:pt idx="210">
                  <c:v>70.34294070845053</c:v>
                </c:pt>
                <c:pt idx="211">
                  <c:v>75.2181485981395</c:v>
                </c:pt>
                <c:pt idx="212">
                  <c:v>82.27881689201395</c:v>
                </c:pt>
                <c:pt idx="213">
                  <c:v>87.10882146860986</c:v>
                </c:pt>
                <c:pt idx="214">
                  <c:v>70.96394842256075</c:v>
                </c:pt>
                <c:pt idx="215">
                  <c:v>83.54903812184861</c:v>
                </c:pt>
                <c:pt idx="216">
                  <c:v>74.94909061230639</c:v>
                </c:pt>
                <c:pt idx="217">
                  <c:v>78.09255693656154</c:v>
                </c:pt>
                <c:pt idx="218">
                  <c:v>71.8868777585483</c:v>
                </c:pt>
                <c:pt idx="219">
                  <c:v>76.70684687660574</c:v>
                </c:pt>
                <c:pt idx="220">
                  <c:v>75.37156202099662</c:v>
                </c:pt>
                <c:pt idx="221">
                  <c:v>78.53621340523883</c:v>
                </c:pt>
                <c:pt idx="222">
                  <c:v>68.15601573364712</c:v>
                </c:pt>
                <c:pt idx="223">
                  <c:v>66.50108111415953</c:v>
                </c:pt>
                <c:pt idx="224">
                  <c:v>79.81960174144612</c:v>
                </c:pt>
                <c:pt idx="225">
                  <c:v>79.40841312016126</c:v>
                </c:pt>
                <c:pt idx="226">
                  <c:v>77.25365846949441</c:v>
                </c:pt>
                <c:pt idx="227">
                  <c:v>84.33708530805687</c:v>
                </c:pt>
                <c:pt idx="228">
                  <c:v>87.16249671325419</c:v>
                </c:pt>
                <c:pt idx="229">
                  <c:v>87.77978200741056</c:v>
                </c:pt>
                <c:pt idx="230">
                  <c:v>78.17008021846732</c:v>
                </c:pt>
                <c:pt idx="231">
                  <c:v>85.78386086246387</c:v>
                </c:pt>
                <c:pt idx="232">
                  <c:v>82.6299570786441</c:v>
                </c:pt>
                <c:pt idx="233">
                  <c:v>81.50773898088926</c:v>
                </c:pt>
                <c:pt idx="234">
                  <c:v>79.0168857497223</c:v>
                </c:pt>
                <c:pt idx="235">
                  <c:v>86.10523796666749</c:v>
                </c:pt>
                <c:pt idx="236">
                  <c:v>83.87203533952903</c:v>
                </c:pt>
                <c:pt idx="237">
                  <c:v>78.77129190044597</c:v>
                </c:pt>
                <c:pt idx="238">
                  <c:v>78.6485971460535</c:v>
                </c:pt>
                <c:pt idx="239">
                  <c:v>73.12307250313414</c:v>
                </c:pt>
                <c:pt idx="240">
                  <c:v>66.95407921729525</c:v>
                </c:pt>
                <c:pt idx="241">
                  <c:v>66.86088914717419</c:v>
                </c:pt>
                <c:pt idx="242">
                  <c:v>72.45867203798288</c:v>
                </c:pt>
                <c:pt idx="243">
                  <c:v>67.74527488711675</c:v>
                </c:pt>
                <c:pt idx="244">
                  <c:v>79.6948321331147</c:v>
                </c:pt>
                <c:pt idx="245">
                  <c:v>81.16581138592487</c:v>
                </c:pt>
                <c:pt idx="246">
                  <c:v>77.67287990893568</c:v>
                </c:pt>
                <c:pt idx="247">
                  <c:v>80.55788859563829</c:v>
                </c:pt>
                <c:pt idx="248">
                  <c:v>72.6627655993188</c:v>
                </c:pt>
                <c:pt idx="249">
                  <c:v>75.3333949061999</c:v>
                </c:pt>
                <c:pt idx="250">
                  <c:v>70.83882849439708</c:v>
                </c:pt>
                <c:pt idx="251">
                  <c:v>72.41529296712709</c:v>
                </c:pt>
                <c:pt idx="252">
                  <c:v>70.26485428563768</c:v>
                </c:pt>
                <c:pt idx="253">
                  <c:v>67.77551842158245</c:v>
                </c:pt>
                <c:pt idx="254">
                  <c:v>62.94607753118491</c:v>
                </c:pt>
                <c:pt idx="255">
                  <c:v>59.16211932084143</c:v>
                </c:pt>
              </c:numCache>
            </c:numRef>
          </c:xVal>
          <c:yVal>
            <c:numRef>
              <c:f>Sheet1!$B$2:$B$257</c:f>
              <c:numCache>
                <c:formatCode>General</c:formatCode>
                <c:ptCount val="256"/>
                <c:pt idx="0">
                  <c:v>71.54911640723559</c:v>
                </c:pt>
                <c:pt idx="1">
                  <c:v>67.61413418385152</c:v>
                </c:pt>
                <c:pt idx="2">
                  <c:v>66.64675088309833</c:v>
                </c:pt>
                <c:pt idx="3">
                  <c:v>74.81176709754513</c:v>
                </c:pt>
                <c:pt idx="4">
                  <c:v>82.45600902897979</c:v>
                </c:pt>
                <c:pt idx="5">
                  <c:v>76.37904275818968</c:v>
                </c:pt>
                <c:pt idx="6">
                  <c:v>78.42182613082227</c:v>
                </c:pt>
                <c:pt idx="7">
                  <c:v>79.3167152913466</c:v>
                </c:pt>
                <c:pt idx="8">
                  <c:v>78.93709666528403</c:v>
                </c:pt>
                <c:pt idx="9">
                  <c:v>74.60845291376367</c:v>
                </c:pt>
                <c:pt idx="10">
                  <c:v>73.50679835955032</c:v>
                </c:pt>
                <c:pt idx="11">
                  <c:v>73.78014466205113</c:v>
                </c:pt>
                <c:pt idx="12">
                  <c:v>75.20844404840147</c:v>
                </c:pt>
                <c:pt idx="13">
                  <c:v>66.63201517415794</c:v>
                </c:pt>
                <c:pt idx="14">
                  <c:v>65.2020757057161</c:v>
                </c:pt>
                <c:pt idx="15">
                  <c:v>59.32942724352402</c:v>
                </c:pt>
                <c:pt idx="16">
                  <c:v>82.59101037793718</c:v>
                </c:pt>
                <c:pt idx="17">
                  <c:v>80.48431401723684</c:v>
                </c:pt>
                <c:pt idx="18">
                  <c:v>78.22084059068534</c:v>
                </c:pt>
                <c:pt idx="19">
                  <c:v>84.23012150533663</c:v>
                </c:pt>
                <c:pt idx="20">
                  <c:v>88.7829897922989</c:v>
                </c:pt>
                <c:pt idx="21">
                  <c:v>83.4698319327731</c:v>
                </c:pt>
                <c:pt idx="22">
                  <c:v>87.81787463825522</c:v>
                </c:pt>
                <c:pt idx="23">
                  <c:v>85.41777518313108</c:v>
                </c:pt>
                <c:pt idx="24">
                  <c:v>82.05604940006675</c:v>
                </c:pt>
                <c:pt idx="25">
                  <c:v>81.44064746737016</c:v>
                </c:pt>
                <c:pt idx="26">
                  <c:v>79.19499021075666</c:v>
                </c:pt>
                <c:pt idx="27">
                  <c:v>82.69215630535085</c:v>
                </c:pt>
                <c:pt idx="28">
                  <c:v>83.60098707599649</c:v>
                </c:pt>
                <c:pt idx="29">
                  <c:v>80.41190929153032</c:v>
                </c:pt>
                <c:pt idx="30">
                  <c:v>80.1194124186658</c:v>
                </c:pt>
                <c:pt idx="31">
                  <c:v>72.92332554121354</c:v>
                </c:pt>
                <c:pt idx="32">
                  <c:v>86.60615287480397</c:v>
                </c:pt>
                <c:pt idx="33">
                  <c:v>83.5591559346787</c:v>
                </c:pt>
                <c:pt idx="34">
                  <c:v>86.25918176433794</c:v>
                </c:pt>
                <c:pt idx="35">
                  <c:v>90.94053489319931</c:v>
                </c:pt>
                <c:pt idx="36">
                  <c:v>87.85112722398245</c:v>
                </c:pt>
                <c:pt idx="37">
                  <c:v>82.64863531432539</c:v>
                </c:pt>
                <c:pt idx="38">
                  <c:v>74.00027172682397</c:v>
                </c:pt>
                <c:pt idx="39">
                  <c:v>86.41223996502868</c:v>
                </c:pt>
                <c:pt idx="40">
                  <c:v>87.68936383172893</c:v>
                </c:pt>
                <c:pt idx="41">
                  <c:v>82.93491354875283</c:v>
                </c:pt>
                <c:pt idx="42">
                  <c:v>83.77293197131058</c:v>
                </c:pt>
                <c:pt idx="43">
                  <c:v>86.28047603507773</c:v>
                </c:pt>
                <c:pt idx="44">
                  <c:v>87.62273774672603</c:v>
                </c:pt>
                <c:pt idx="45">
                  <c:v>81.30592251541003</c:v>
                </c:pt>
                <c:pt idx="46">
                  <c:v>83.20183019827148</c:v>
                </c:pt>
                <c:pt idx="47">
                  <c:v>79.63805446340689</c:v>
                </c:pt>
                <c:pt idx="48">
                  <c:v>82.46553770717313</c:v>
                </c:pt>
                <c:pt idx="49">
                  <c:v>79.64090421525891</c:v>
                </c:pt>
                <c:pt idx="50">
                  <c:v>81.34415813092387</c:v>
                </c:pt>
                <c:pt idx="51">
                  <c:v>84.36716750209118</c:v>
                </c:pt>
                <c:pt idx="52">
                  <c:v>89.97972112418276</c:v>
                </c:pt>
                <c:pt idx="53">
                  <c:v>85.84279786266485</c:v>
                </c:pt>
                <c:pt idx="54">
                  <c:v>91.2337180444787</c:v>
                </c:pt>
                <c:pt idx="55">
                  <c:v>90.46710435441996</c:v>
                </c:pt>
                <c:pt idx="56">
                  <c:v>85.51910044228849</c:v>
                </c:pt>
                <c:pt idx="57">
                  <c:v>84.73134915432018</c:v>
                </c:pt>
                <c:pt idx="58">
                  <c:v>82.26418761441624</c:v>
                </c:pt>
                <c:pt idx="59">
                  <c:v>84.76774414387744</c:v>
                </c:pt>
                <c:pt idx="60">
                  <c:v>82.98916573583249</c:v>
                </c:pt>
                <c:pt idx="61">
                  <c:v>80.19681609314401</c:v>
                </c:pt>
                <c:pt idx="62">
                  <c:v>80.32293578653888</c:v>
                </c:pt>
                <c:pt idx="63">
                  <c:v>74.70130284233863</c:v>
                </c:pt>
                <c:pt idx="64">
                  <c:v>74.44723888496824</c:v>
                </c:pt>
                <c:pt idx="65">
                  <c:v>73.77988419132228</c:v>
                </c:pt>
                <c:pt idx="66">
                  <c:v>73.34120834394865</c:v>
                </c:pt>
                <c:pt idx="67">
                  <c:v>80.54550673838158</c:v>
                </c:pt>
                <c:pt idx="68">
                  <c:v>84.6028994577973</c:v>
                </c:pt>
                <c:pt idx="69">
                  <c:v>86.37077371822274</c:v>
                </c:pt>
                <c:pt idx="70">
                  <c:v>82.4631894727689</c:v>
                </c:pt>
                <c:pt idx="71">
                  <c:v>83.06415125839976</c:v>
                </c:pt>
                <c:pt idx="72">
                  <c:v>78.25856569768591</c:v>
                </c:pt>
                <c:pt idx="73">
                  <c:v>79.23045193038318</c:v>
                </c:pt>
                <c:pt idx="74">
                  <c:v>72.88298174586264</c:v>
                </c:pt>
                <c:pt idx="75">
                  <c:v>80.38171438884943</c:v>
                </c:pt>
                <c:pt idx="76">
                  <c:v>79.43563243513286</c:v>
                </c:pt>
                <c:pt idx="77">
                  <c:v>75.19409958167104</c:v>
                </c:pt>
                <c:pt idx="78">
                  <c:v>69.18738342726365</c:v>
                </c:pt>
                <c:pt idx="79">
                  <c:v>65.65232388330263</c:v>
                </c:pt>
                <c:pt idx="80">
                  <c:v>80.79907342983692</c:v>
                </c:pt>
                <c:pt idx="81">
                  <c:v>78.6283893360462</c:v>
                </c:pt>
                <c:pt idx="82">
                  <c:v>78.63131240193762</c:v>
                </c:pt>
                <c:pt idx="83">
                  <c:v>82.5532732255367</c:v>
                </c:pt>
                <c:pt idx="84">
                  <c:v>82.81964575675164</c:v>
                </c:pt>
                <c:pt idx="85">
                  <c:v>85.13679193319771</c:v>
                </c:pt>
                <c:pt idx="86">
                  <c:v>68.09289134780789</c:v>
                </c:pt>
                <c:pt idx="87">
                  <c:v>83.52485683691047</c:v>
                </c:pt>
                <c:pt idx="88">
                  <c:v>78.66050344620918</c:v>
                </c:pt>
                <c:pt idx="89">
                  <c:v>83.72657370818756</c:v>
                </c:pt>
                <c:pt idx="90">
                  <c:v>80.74301436273689</c:v>
                </c:pt>
                <c:pt idx="91">
                  <c:v>80.05629141072798</c:v>
                </c:pt>
                <c:pt idx="92">
                  <c:v>81.8342293064399</c:v>
                </c:pt>
                <c:pt idx="93">
                  <c:v>84.09322100666307</c:v>
                </c:pt>
                <c:pt idx="94">
                  <c:v>72.8590683805456</c:v>
                </c:pt>
                <c:pt idx="95">
                  <c:v>73.25640208943814</c:v>
                </c:pt>
                <c:pt idx="96">
                  <c:v>81.53823766454732</c:v>
                </c:pt>
                <c:pt idx="97">
                  <c:v>79.62357812159512</c:v>
                </c:pt>
                <c:pt idx="98">
                  <c:v>78.08782923480214</c:v>
                </c:pt>
                <c:pt idx="99">
                  <c:v>91.38705213604484</c:v>
                </c:pt>
                <c:pt idx="100">
                  <c:v>78.60859932715188</c:v>
                </c:pt>
                <c:pt idx="101">
                  <c:v>87.41029812385086</c:v>
                </c:pt>
                <c:pt idx="102">
                  <c:v>65.48214896214897</c:v>
                </c:pt>
                <c:pt idx="103">
                  <c:v>75.05567970642892</c:v>
                </c:pt>
                <c:pt idx="104">
                  <c:v>73.10180983537357</c:v>
                </c:pt>
                <c:pt idx="105">
                  <c:v>70.87063084719335</c:v>
                </c:pt>
                <c:pt idx="106">
                  <c:v>66.51204916233814</c:v>
                </c:pt>
                <c:pt idx="107">
                  <c:v>88.22728158176683</c:v>
                </c:pt>
                <c:pt idx="108">
                  <c:v>85.33196143654507</c:v>
                </c:pt>
                <c:pt idx="109">
                  <c:v>80.0782865963468</c:v>
                </c:pt>
                <c:pt idx="110">
                  <c:v>82.29352969856885</c:v>
                </c:pt>
                <c:pt idx="111">
                  <c:v>78.86240988671473</c:v>
                </c:pt>
                <c:pt idx="112">
                  <c:v>81.06956655869196</c:v>
                </c:pt>
                <c:pt idx="113">
                  <c:v>73.9697952002029</c:v>
                </c:pt>
                <c:pt idx="114">
                  <c:v>70.3565846330017</c:v>
                </c:pt>
                <c:pt idx="115">
                  <c:v>81.9106421215557</c:v>
                </c:pt>
                <c:pt idx="116">
                  <c:v>82.98581774084148</c:v>
                </c:pt>
                <c:pt idx="117">
                  <c:v>80.66812354738273</c:v>
                </c:pt>
                <c:pt idx="118">
                  <c:v>77.58031691388649</c:v>
                </c:pt>
                <c:pt idx="119">
                  <c:v>85.29472849506527</c:v>
                </c:pt>
                <c:pt idx="120">
                  <c:v>79.3973543120403</c:v>
                </c:pt>
                <c:pt idx="121">
                  <c:v>85.27102679983237</c:v>
                </c:pt>
                <c:pt idx="122">
                  <c:v>78.75162681393573</c:v>
                </c:pt>
                <c:pt idx="123">
                  <c:v>78.82816760193772</c:v>
                </c:pt>
                <c:pt idx="124">
                  <c:v>77.57099324589453</c:v>
                </c:pt>
                <c:pt idx="125">
                  <c:v>76.29124425058534</c:v>
                </c:pt>
                <c:pt idx="126">
                  <c:v>73.93094457358518</c:v>
                </c:pt>
                <c:pt idx="127">
                  <c:v>66.44686949632373</c:v>
                </c:pt>
                <c:pt idx="128">
                  <c:v>79.95699647795895</c:v>
                </c:pt>
                <c:pt idx="129">
                  <c:v>76.27677281645501</c:v>
                </c:pt>
                <c:pt idx="130">
                  <c:v>75.60469056879886</c:v>
                </c:pt>
                <c:pt idx="131">
                  <c:v>79.61871098626716</c:v>
                </c:pt>
                <c:pt idx="132">
                  <c:v>84.61939309524132</c:v>
                </c:pt>
                <c:pt idx="133">
                  <c:v>79.076875</c:v>
                </c:pt>
                <c:pt idx="134">
                  <c:v>78.52597322551219</c:v>
                </c:pt>
                <c:pt idx="135">
                  <c:v>80.4561990057816</c:v>
                </c:pt>
                <c:pt idx="136">
                  <c:v>85.22313803006004</c:v>
                </c:pt>
                <c:pt idx="137">
                  <c:v>79.11976882435847</c:v>
                </c:pt>
                <c:pt idx="138">
                  <c:v>82.89546164786144</c:v>
                </c:pt>
                <c:pt idx="139">
                  <c:v>80.7378444325418</c:v>
                </c:pt>
                <c:pt idx="140">
                  <c:v>81.72048851281964</c:v>
                </c:pt>
                <c:pt idx="141">
                  <c:v>73.20496648611214</c:v>
                </c:pt>
                <c:pt idx="142">
                  <c:v>74.42635971886922</c:v>
                </c:pt>
                <c:pt idx="143">
                  <c:v>65.88028504380655</c:v>
                </c:pt>
                <c:pt idx="144">
                  <c:v>83.78369128934582</c:v>
                </c:pt>
                <c:pt idx="145">
                  <c:v>79.52066785540606</c:v>
                </c:pt>
                <c:pt idx="146">
                  <c:v>84.24295659196201</c:v>
                </c:pt>
                <c:pt idx="147">
                  <c:v>83.73562509327894</c:v>
                </c:pt>
                <c:pt idx="148">
                  <c:v>83.42496219143331</c:v>
                </c:pt>
                <c:pt idx="149">
                  <c:v>78.73223597696459</c:v>
                </c:pt>
                <c:pt idx="150">
                  <c:v>66.70209155123383</c:v>
                </c:pt>
                <c:pt idx="151">
                  <c:v>81.59176141855438</c:v>
                </c:pt>
                <c:pt idx="152">
                  <c:v>81.44117236288183</c:v>
                </c:pt>
                <c:pt idx="153">
                  <c:v>76.86646003121207</c:v>
                </c:pt>
                <c:pt idx="154">
                  <c:v>81.72756751093533</c:v>
                </c:pt>
                <c:pt idx="155">
                  <c:v>80.95743734482787</c:v>
                </c:pt>
                <c:pt idx="156">
                  <c:v>83.18852009252784</c:v>
                </c:pt>
                <c:pt idx="157">
                  <c:v>78.27235039941324</c:v>
                </c:pt>
                <c:pt idx="158">
                  <c:v>77.74520180860986</c:v>
                </c:pt>
                <c:pt idx="159">
                  <c:v>73.30893135455935</c:v>
                </c:pt>
                <c:pt idx="160">
                  <c:v>87.05168633615621</c:v>
                </c:pt>
                <c:pt idx="161">
                  <c:v>86.34077032136106</c:v>
                </c:pt>
                <c:pt idx="162">
                  <c:v>80.80392299939345</c:v>
                </c:pt>
                <c:pt idx="163">
                  <c:v>85.78340532683686</c:v>
                </c:pt>
                <c:pt idx="164">
                  <c:v>89.78081416930338</c:v>
                </c:pt>
                <c:pt idx="165">
                  <c:v>86.30882793952267</c:v>
                </c:pt>
                <c:pt idx="166">
                  <c:v>86.66001162149679</c:v>
                </c:pt>
                <c:pt idx="167">
                  <c:v>82.22226336749065</c:v>
                </c:pt>
                <c:pt idx="168">
                  <c:v>90.30194476559794</c:v>
                </c:pt>
                <c:pt idx="169">
                  <c:v>80.76156230964352</c:v>
                </c:pt>
                <c:pt idx="170">
                  <c:v>83.35992350563613</c:v>
                </c:pt>
                <c:pt idx="171">
                  <c:v>84.49555141594766</c:v>
                </c:pt>
                <c:pt idx="172">
                  <c:v>87.4439312418404</c:v>
                </c:pt>
                <c:pt idx="173">
                  <c:v>79.79056611196349</c:v>
                </c:pt>
                <c:pt idx="174">
                  <c:v>86.4508115591622</c:v>
                </c:pt>
                <c:pt idx="175">
                  <c:v>76.2685400176554</c:v>
                </c:pt>
                <c:pt idx="176">
                  <c:v>78.86128759632115</c:v>
                </c:pt>
                <c:pt idx="177">
                  <c:v>75.56781242638931</c:v>
                </c:pt>
                <c:pt idx="178">
                  <c:v>72.71280977419876</c:v>
                </c:pt>
                <c:pt idx="179">
                  <c:v>78.59443186086482</c:v>
                </c:pt>
                <c:pt idx="180">
                  <c:v>84.60655469159532</c:v>
                </c:pt>
                <c:pt idx="181">
                  <c:v>85.83391050267842</c:v>
                </c:pt>
                <c:pt idx="182">
                  <c:v>77.7270537525355</c:v>
                </c:pt>
                <c:pt idx="183">
                  <c:v>82.31797054899862</c:v>
                </c:pt>
                <c:pt idx="184">
                  <c:v>81.65813912154806</c:v>
                </c:pt>
                <c:pt idx="185">
                  <c:v>79.90745003396981</c:v>
                </c:pt>
                <c:pt idx="186">
                  <c:v>76.47952041146516</c:v>
                </c:pt>
                <c:pt idx="187">
                  <c:v>80.21957668968167</c:v>
                </c:pt>
                <c:pt idx="188">
                  <c:v>79.33986379910368</c:v>
                </c:pt>
                <c:pt idx="189">
                  <c:v>75.90445993570269</c:v>
                </c:pt>
                <c:pt idx="190">
                  <c:v>72.54617582834233</c:v>
                </c:pt>
                <c:pt idx="191">
                  <c:v>66.45550289196531</c:v>
                </c:pt>
                <c:pt idx="192">
                  <c:v>82.28979922399785</c:v>
                </c:pt>
                <c:pt idx="193">
                  <c:v>80.33878637286682</c:v>
                </c:pt>
                <c:pt idx="194">
                  <c:v>77.44462939958592</c:v>
                </c:pt>
                <c:pt idx="195">
                  <c:v>82.69649989625479</c:v>
                </c:pt>
                <c:pt idx="196">
                  <c:v>89.20716974216559</c:v>
                </c:pt>
                <c:pt idx="197">
                  <c:v>87.53756796102083</c:v>
                </c:pt>
                <c:pt idx="198">
                  <c:v>85.08059182872836</c:v>
                </c:pt>
                <c:pt idx="199">
                  <c:v>87.09913714729656</c:v>
                </c:pt>
                <c:pt idx="200">
                  <c:v>84.67301668296693</c:v>
                </c:pt>
                <c:pt idx="201">
                  <c:v>84.37108634675157</c:v>
                </c:pt>
                <c:pt idx="202">
                  <c:v>81.63365987559496</c:v>
                </c:pt>
                <c:pt idx="203">
                  <c:v>84.16468564823519</c:v>
                </c:pt>
                <c:pt idx="204">
                  <c:v>85.98562891472507</c:v>
                </c:pt>
                <c:pt idx="205">
                  <c:v>82.04453188327479</c:v>
                </c:pt>
                <c:pt idx="206">
                  <c:v>78.78331719165553</c:v>
                </c:pt>
                <c:pt idx="207">
                  <c:v>74.54839976199824</c:v>
                </c:pt>
                <c:pt idx="208">
                  <c:v>83.80074974146847</c:v>
                </c:pt>
                <c:pt idx="209">
                  <c:v>82.53371066899571</c:v>
                </c:pt>
                <c:pt idx="210">
                  <c:v>79.2337440276177</c:v>
                </c:pt>
                <c:pt idx="211">
                  <c:v>85.21487248763212</c:v>
                </c:pt>
                <c:pt idx="212">
                  <c:v>86.66164524387048</c:v>
                </c:pt>
                <c:pt idx="213">
                  <c:v>90.03270032950084</c:v>
                </c:pt>
                <c:pt idx="214">
                  <c:v>72.57962774231615</c:v>
                </c:pt>
                <c:pt idx="215">
                  <c:v>87.09643950735942</c:v>
                </c:pt>
                <c:pt idx="216">
                  <c:v>82.89002596423381</c:v>
                </c:pt>
                <c:pt idx="217">
                  <c:v>82.81835659210678</c:v>
                </c:pt>
                <c:pt idx="218">
                  <c:v>78.49793579996292</c:v>
                </c:pt>
                <c:pt idx="219">
                  <c:v>82.82541140792935</c:v>
                </c:pt>
                <c:pt idx="220">
                  <c:v>84.45873034012828</c:v>
                </c:pt>
                <c:pt idx="221">
                  <c:v>85.78864413009538</c:v>
                </c:pt>
                <c:pt idx="222">
                  <c:v>77.68825813683495</c:v>
                </c:pt>
                <c:pt idx="223">
                  <c:v>78.08708225576873</c:v>
                </c:pt>
                <c:pt idx="224">
                  <c:v>87.10782075436846</c:v>
                </c:pt>
                <c:pt idx="225">
                  <c:v>85.4332708122926</c:v>
                </c:pt>
                <c:pt idx="226">
                  <c:v>83.07177264291887</c:v>
                </c:pt>
                <c:pt idx="227">
                  <c:v>89.93477898902046</c:v>
                </c:pt>
                <c:pt idx="228">
                  <c:v>88.93852998800872</c:v>
                </c:pt>
                <c:pt idx="229">
                  <c:v>89.92818217894752</c:v>
                </c:pt>
                <c:pt idx="230">
                  <c:v>78.1086210701603</c:v>
                </c:pt>
                <c:pt idx="231">
                  <c:v>87.6660243702098</c:v>
                </c:pt>
                <c:pt idx="232">
                  <c:v>86.87928765103851</c:v>
                </c:pt>
                <c:pt idx="233">
                  <c:v>84.86704856202816</c:v>
                </c:pt>
                <c:pt idx="234">
                  <c:v>82.83437208969124</c:v>
                </c:pt>
                <c:pt idx="235">
                  <c:v>89.1744938204611</c:v>
                </c:pt>
                <c:pt idx="236">
                  <c:v>89.17115627463703</c:v>
                </c:pt>
                <c:pt idx="237">
                  <c:v>85.00900737979147</c:v>
                </c:pt>
                <c:pt idx="238">
                  <c:v>84.02858744207614</c:v>
                </c:pt>
                <c:pt idx="239">
                  <c:v>81.93823903108797</c:v>
                </c:pt>
                <c:pt idx="240">
                  <c:v>80.11319976251094</c:v>
                </c:pt>
                <c:pt idx="241">
                  <c:v>79.01867639842983</c:v>
                </c:pt>
                <c:pt idx="242">
                  <c:v>80.27663254510705</c:v>
                </c:pt>
                <c:pt idx="243">
                  <c:v>81.42535872121425</c:v>
                </c:pt>
                <c:pt idx="244">
                  <c:v>86.56986881651466</c:v>
                </c:pt>
                <c:pt idx="245">
                  <c:v>86.72261861330239</c:v>
                </c:pt>
                <c:pt idx="246">
                  <c:v>80.94228784275008</c:v>
                </c:pt>
                <c:pt idx="247">
                  <c:v>85.44790857290857</c:v>
                </c:pt>
                <c:pt idx="248">
                  <c:v>83.37355454351108</c:v>
                </c:pt>
                <c:pt idx="249">
                  <c:v>84.58226440541782</c:v>
                </c:pt>
                <c:pt idx="250">
                  <c:v>79.90287291515897</c:v>
                </c:pt>
                <c:pt idx="251">
                  <c:v>82.66227923710392</c:v>
                </c:pt>
                <c:pt idx="252">
                  <c:v>81.35719762315507</c:v>
                </c:pt>
                <c:pt idx="253">
                  <c:v>79.66256663402959</c:v>
                </c:pt>
                <c:pt idx="254">
                  <c:v>73.11751884078434</c:v>
                </c:pt>
                <c:pt idx="255">
                  <c:v>70.31320397870552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/>
                  <a:t>Pancreas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Sigmoid colon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H1 R1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86.28813519594975</c:v>
                </c:pt>
                <c:pt idx="1">
                  <c:v>84.45464853843889</c:v>
                </c:pt>
                <c:pt idx="2">
                  <c:v>78.37181487259491</c:v>
                </c:pt>
                <c:pt idx="3">
                  <c:v>74.63340122199592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Liver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59.803040563325055</c:v>
                </c:pt>
                <c:pt idx="1">
                  <c:v>45.52303808359371</c:v>
                </c:pt>
                <c:pt idx="2">
                  <c:v>37.55715654186956</c:v>
                </c:pt>
                <c:pt idx="3">
                  <c:v>45.13302452639705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Pancreas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77.06769408020507</c:v>
                </c:pt>
                <c:pt idx="1">
                  <c:v>76.34364031432096</c:v>
                </c:pt>
                <c:pt idx="2">
                  <c:v>74.91628212338165</c:v>
                </c:pt>
                <c:pt idx="3">
                  <c:v>72.12140602856552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Sigmoid colon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82.26561563443404</c:v>
                </c:pt>
                <c:pt idx="1">
                  <c:v>81.48667801315507</c:v>
                </c:pt>
                <c:pt idx="2">
                  <c:v>81.25318110113973</c:v>
                </c:pt>
                <c:pt idx="3">
                  <c:v>80.60974920161821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HepG2 R1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50.29433202290664</c:v>
                </c:pt>
                <c:pt idx="1">
                  <c:v>47.25563172876888</c:v>
                </c:pt>
                <c:pt idx="2">
                  <c:v>43.30802607500884</c:v>
                </c:pt>
                <c:pt idx="3">
                  <c:v>39.99866188047187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Mean methylation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H1 R1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2.75486845642358</c:v>
                </c:pt>
                <c:pt idx="1">
                  <c:v>2.83494095754304</c:v>
                </c:pt>
                <c:pt idx="2">
                  <c:v>4.371416236745972</c:v>
                </c:pt>
                <c:pt idx="3">
                  <c:v>3.1344541080680983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Liver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15.015963787299334</c:v>
                </c:pt>
                <c:pt idx="1">
                  <c:v>15.443550813269667</c:v>
                </c:pt>
                <c:pt idx="2">
                  <c:v>16.005429615165674</c:v>
                </c:pt>
                <c:pt idx="3">
                  <c:v>10.195474071635793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Pancreas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9.490377292664746</c:v>
                </c:pt>
                <c:pt idx="1">
                  <c:v>10.595742589865168</c:v>
                </c:pt>
                <c:pt idx="2">
                  <c:v>11.942821836889763</c:v>
                </c:pt>
                <c:pt idx="3">
                  <c:v>13.77901546653564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Sigmoid colon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5.974059475746344</c:v>
                </c:pt>
                <c:pt idx="1">
                  <c:v>6.349277596011419</c:v>
                </c:pt>
                <c:pt idx="2">
                  <c:v>7.375316677634586</c:v>
                </c:pt>
                <c:pt idx="3">
                  <c:v>8.736103746112903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HepG2 R1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16.122433288628137</c:v>
                </c:pt>
                <c:pt idx="1">
                  <c:v>17.234796061800836</c:v>
                </c:pt>
                <c:pt idx="2">
                  <c:v>16.626244512396788</c:v>
                </c:pt>
                <c:pt idx="3">
                  <c:v>14.955745555512365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2.0"/>
          <c:min val="0.0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−1 G−A (pp)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HepG2 R1 vs R2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0.9920948729686425</c:v>
                </c:pt>
                <c:pt idx="1">
                  <c:v>0.9902487697413593</c:v>
                </c:pt>
                <c:pt idx="2">
                  <c:v>0.992330910963607</c:v>
                </c:pt>
                <c:pt idx="3">
                  <c:v>0.9925776779583427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Pancreas vs colon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0.8985186827649346</c:v>
                </c:pt>
                <c:pt idx="1">
                  <c:v>0.8930311570153351</c:v>
                </c:pt>
                <c:pt idx="2">
                  <c:v>0.8923530842298005</c:v>
                </c:pt>
                <c:pt idx="3">
                  <c:v>0.9026357576104371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Liver vs pancreas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0.7616309510185396</c:v>
                </c:pt>
                <c:pt idx="1">
                  <c:v>0.7734915026321811</c:v>
                </c:pt>
                <c:pt idx="2">
                  <c:v>0.6525303724626685</c:v>
                </c:pt>
                <c:pt idx="3">
                  <c:v>0.34784285826987626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2"/>
          <c:min val="0.0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Spearman ρ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H1 R1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3.6690300943093455</c:v>
                </c:pt>
                <c:pt idx="1">
                  <c:v>3.5623850948069142</c:v>
                </c:pt>
                <c:pt idx="2">
                  <c:v>2.5085219013790443</c:v>
                </c:pt>
                <c:pt idx="3">
                  <c:v>1.4261969359582247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H1 R2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10–14×</c:v>
                </c:pt>
                <c:pt idx="1">
                  <c:v>15–19×</c:v>
                </c:pt>
                <c:pt idx="2">
                  <c:v>20–29×</c:v>
                </c:pt>
                <c:pt idx="3">
                  <c:v>≥30×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2.468340350478071</c:v>
                </c:pt>
                <c:pt idx="1">
                  <c:v>2.4281736999038497</c:v>
                </c:pt>
                <c:pt idx="2">
                  <c:v>2.437095060296965</c:v>
                </c:pt>
                <c:pt idx="3">
                  <c:v>1.1297181578019135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2"/>
          <c:min val="0.0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CAG − CTG (pp)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H1 R1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TTACAGC</c:v>
                </c:pt>
                <c:pt idx="1">
                  <c:v>CTACAGC</c:v>
                </c:pt>
                <c:pt idx="2">
                  <c:v>TTACAGG</c:v>
                </c:pt>
                <c:pt idx="3">
                  <c:v>TTACAGT</c:v>
                </c:pt>
                <c:pt idx="4">
                  <c:v>TTACAGA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29.489982639703467</c:v>
                </c:pt>
                <c:pt idx="1">
                  <c:v>27.17361574382922</c:v>
                </c:pt>
                <c:pt idx="2">
                  <c:v>25.40696989336004</c:v>
                </c:pt>
                <c:pt idx="3">
                  <c:v>24.133335040458874</c:v>
                </c:pt>
                <c:pt idx="4">
                  <c:v>17.58094869098356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H1 R2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TTACAGC</c:v>
                </c:pt>
                <c:pt idx="1">
                  <c:v>CTACAGC</c:v>
                </c:pt>
                <c:pt idx="2">
                  <c:v>TTACAGG</c:v>
                </c:pt>
                <c:pt idx="3">
                  <c:v>TTACAGT</c:v>
                </c:pt>
                <c:pt idx="4">
                  <c:v>TTACAGA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25.23622239892348</c:v>
                </c:pt>
                <c:pt idx="1">
                  <c:v>22.708651399491096</c:v>
                </c:pt>
                <c:pt idx="2">
                  <c:v>20.56089449477507</c:v>
                </c:pt>
                <c:pt idx="3">
                  <c:v>18.515946790608226</c:v>
                </c:pt>
                <c:pt idx="4">
                  <c:v>10.33872740706035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0"/>
          <c:min val="0.0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Methylation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7-mer contexts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Sheet1!$A$2:$A$441</c:f>
              <c:numCache>
                <c:formatCode>General</c:formatCode>
                <c:ptCount val="440"/>
                <c:pt idx="0">
                  <c:v>11.081697245437912</c:v>
                </c:pt>
                <c:pt idx="1">
                  <c:v>16.798368571562516</c:v>
                </c:pt>
                <c:pt idx="2">
                  <c:v>13.731983897488234</c:v>
                </c:pt>
                <c:pt idx="3">
                  <c:v>14.92890858645912</c:v>
                </c:pt>
                <c:pt idx="4">
                  <c:v>9.70397404703974</c:v>
                </c:pt>
                <c:pt idx="5">
                  <c:v>11.093556701030929</c:v>
                </c:pt>
                <c:pt idx="6">
                  <c:v>10.384640847401522</c:v>
                </c:pt>
                <c:pt idx="7">
                  <c:v>9.932651918230189</c:v>
                </c:pt>
                <c:pt idx="8">
                  <c:v>10.08977794793262</c:v>
                </c:pt>
                <c:pt idx="9">
                  <c:v>10.421718854097268</c:v>
                </c:pt>
                <c:pt idx="10">
                  <c:v>10.107721046077211</c:v>
                </c:pt>
                <c:pt idx="11">
                  <c:v>10.394353573829262</c:v>
                </c:pt>
                <c:pt idx="12">
                  <c:v>9.77070879590094</c:v>
                </c:pt>
                <c:pt idx="13">
                  <c:v>9.664359861591697</c:v>
                </c:pt>
                <c:pt idx="14">
                  <c:v>9.493064312736443</c:v>
                </c:pt>
                <c:pt idx="15">
                  <c:v>9.557884231536926</c:v>
                </c:pt>
                <c:pt idx="16">
                  <c:v>9.995221027479092</c:v>
                </c:pt>
                <c:pt idx="17">
                  <c:v>10.72715842414082</c:v>
                </c:pt>
                <c:pt idx="18">
                  <c:v>10.524891774891774</c:v>
                </c:pt>
                <c:pt idx="19">
                  <c:v>10.550037735849056</c:v>
                </c:pt>
                <c:pt idx="20">
                  <c:v>9.713882163034706</c:v>
                </c:pt>
                <c:pt idx="21">
                  <c:v>9.865429234338746</c:v>
                </c:pt>
                <c:pt idx="22">
                  <c:v>9.687328579264948</c:v>
                </c:pt>
                <c:pt idx="23">
                  <c:v>9.560986547085202</c:v>
                </c:pt>
                <c:pt idx="24">
                  <c:v>10.034575260804768</c:v>
                </c:pt>
                <c:pt idx="25">
                  <c:v>10.861172677815835</c:v>
                </c:pt>
                <c:pt idx="26">
                  <c:v>10.313987473903966</c:v>
                </c:pt>
                <c:pt idx="27">
                  <c:v>10.5393535652603</c:v>
                </c:pt>
                <c:pt idx="28">
                  <c:v>9.649364991717285</c:v>
                </c:pt>
                <c:pt idx="29">
                  <c:v>9.763683753258036</c:v>
                </c:pt>
                <c:pt idx="30">
                  <c:v>9.596788990825688</c:v>
                </c:pt>
                <c:pt idx="31">
                  <c:v>9.49618966977138</c:v>
                </c:pt>
                <c:pt idx="32">
                  <c:v>11.186987704918034</c:v>
                </c:pt>
                <c:pt idx="33">
                  <c:v>15.563035495716036</c:v>
                </c:pt>
                <c:pt idx="34">
                  <c:v>13.347007967452113</c:v>
                </c:pt>
                <c:pt idx="35">
                  <c:v>14.17772608316371</c:v>
                </c:pt>
                <c:pt idx="36">
                  <c:v>9.784021665538251</c:v>
                </c:pt>
                <c:pt idx="37">
                  <c:v>10.943096234309625</c:v>
                </c:pt>
                <c:pt idx="38">
                  <c:v>10.372076199662407</c:v>
                </c:pt>
                <c:pt idx="39">
                  <c:v>9.966024050391296</c:v>
                </c:pt>
                <c:pt idx="40">
                  <c:v>10.203617697384503</c:v>
                </c:pt>
                <c:pt idx="41">
                  <c:v>11.100767516712056</c:v>
                </c:pt>
                <c:pt idx="42">
                  <c:v>11.0222371967655</c:v>
                </c:pt>
                <c:pt idx="43">
                  <c:v>11.030723117272387</c:v>
                </c:pt>
                <c:pt idx="44">
                  <c:v>9.850943396226414</c:v>
                </c:pt>
                <c:pt idx="45">
                  <c:v>10.00554528650647</c:v>
                </c:pt>
                <c:pt idx="46">
                  <c:v>9.664808917197451</c:v>
                </c:pt>
                <c:pt idx="47">
                  <c:v>9.770595690747784</c:v>
                </c:pt>
                <c:pt idx="48">
                  <c:v>10.324022346368714</c:v>
                </c:pt>
                <c:pt idx="49">
                  <c:v>10.994806954165728</c:v>
                </c:pt>
                <c:pt idx="50">
                  <c:v>10.576070528967254</c:v>
                </c:pt>
                <c:pt idx="51">
                  <c:v>10.66058394160584</c:v>
                </c:pt>
                <c:pt idx="52">
                  <c:v>9.68378278537126</c:v>
                </c:pt>
                <c:pt idx="53">
                  <c:v>10.037073170731707</c:v>
                </c:pt>
                <c:pt idx="54">
                  <c:v>9.692109334708611</c:v>
                </c:pt>
                <c:pt idx="55">
                  <c:v>9.671855921855922</c:v>
                </c:pt>
                <c:pt idx="56">
                  <c:v>10.883550674902768</c:v>
                </c:pt>
                <c:pt idx="57">
                  <c:v>16.643407122232915</c:v>
                </c:pt>
                <c:pt idx="58">
                  <c:v>13.7421401998687</c:v>
                </c:pt>
                <c:pt idx="59">
                  <c:v>14.676658767772512</c:v>
                </c:pt>
                <c:pt idx="60">
                  <c:v>9.794896640826874</c:v>
                </c:pt>
                <c:pt idx="61">
                  <c:v>11.550378141010002</c:v>
                </c:pt>
                <c:pt idx="62">
                  <c:v>10.475135623869802</c:v>
                </c:pt>
                <c:pt idx="63">
                  <c:v>10.100871402165302</c:v>
                </c:pt>
                <c:pt idx="64">
                  <c:v>10.242073170731707</c:v>
                </c:pt>
                <c:pt idx="65">
                  <c:v>10.41747936984246</c:v>
                </c:pt>
                <c:pt idx="66">
                  <c:v>10.421824509072833</c:v>
                </c:pt>
                <c:pt idx="67">
                  <c:v>10.478190630048465</c:v>
                </c:pt>
                <c:pt idx="68">
                  <c:v>9.933184855233852</c:v>
                </c:pt>
                <c:pt idx="69">
                  <c:v>9.771012006861064</c:v>
                </c:pt>
                <c:pt idx="70">
                  <c:v>9.814292015880016</c:v>
                </c:pt>
                <c:pt idx="71">
                  <c:v>9.57505285412262</c:v>
                </c:pt>
                <c:pt idx="72">
                  <c:v>10.180200501253132</c:v>
                </c:pt>
                <c:pt idx="73">
                  <c:v>10.416633023819136</c:v>
                </c:pt>
                <c:pt idx="74">
                  <c:v>10.51883507439063</c:v>
                </c:pt>
                <c:pt idx="75">
                  <c:v>10.540285801155369</c:v>
                </c:pt>
                <c:pt idx="76">
                  <c:v>9.716232227488153</c:v>
                </c:pt>
                <c:pt idx="77">
                  <c:v>9.834774255523534</c:v>
                </c:pt>
                <c:pt idx="78">
                  <c:v>9.785219399538104</c:v>
                </c:pt>
                <c:pt idx="79">
                  <c:v>9.589581689029202</c:v>
                </c:pt>
                <c:pt idx="80">
                  <c:v>10.020560747663552</c:v>
                </c:pt>
                <c:pt idx="81">
                  <c:v>11.585767269355587</c:v>
                </c:pt>
                <c:pt idx="82">
                  <c:v>10.642180642180644</c:v>
                </c:pt>
                <c:pt idx="83">
                  <c:v>11.00177591217307</c:v>
                </c:pt>
                <c:pt idx="84">
                  <c:v>9.63160118293198</c:v>
                </c:pt>
                <c:pt idx="85">
                  <c:v>10.202867764206054</c:v>
                </c:pt>
                <c:pt idx="86">
                  <c:v>9.882838283828384</c:v>
                </c:pt>
                <c:pt idx="87">
                  <c:v>9.678077203204662</c:v>
                </c:pt>
                <c:pt idx="88">
                  <c:v>13.134861212563916</c:v>
                </c:pt>
                <c:pt idx="89">
                  <c:v>21.11193948628646</c:v>
                </c:pt>
                <c:pt idx="90">
                  <c:v>17.48789007918025</c:v>
                </c:pt>
                <c:pt idx="91">
                  <c:v>18.329744196178503</c:v>
                </c:pt>
                <c:pt idx="92">
                  <c:v>9.888575954937512</c:v>
                </c:pt>
                <c:pt idx="93">
                  <c:v>11.92470130591831</c:v>
                </c:pt>
                <c:pt idx="94">
                  <c:v>10.91951566951567</c:v>
                </c:pt>
                <c:pt idx="95">
                  <c:v>10.2908337396392</c:v>
                </c:pt>
                <c:pt idx="96">
                  <c:v>10.443364611260051</c:v>
                </c:pt>
                <c:pt idx="97">
                  <c:v>12.074900253899166</c:v>
                </c:pt>
                <c:pt idx="98">
                  <c:v>11.099816176470588</c:v>
                </c:pt>
                <c:pt idx="99">
                  <c:v>12.06263360410432</c:v>
                </c:pt>
                <c:pt idx="100">
                  <c:v>9.59610705596107</c:v>
                </c:pt>
                <c:pt idx="101">
                  <c:v>10.042492917847026</c:v>
                </c:pt>
                <c:pt idx="102">
                  <c:v>9.768844221105528</c:v>
                </c:pt>
                <c:pt idx="103">
                  <c:v>9.749825296995107</c:v>
                </c:pt>
                <c:pt idx="104">
                  <c:v>10.54499415660304</c:v>
                </c:pt>
                <c:pt idx="105">
                  <c:v>12.939659309021112</c:v>
                </c:pt>
                <c:pt idx="106">
                  <c:v>11.96045283018868</c:v>
                </c:pt>
                <c:pt idx="107">
                  <c:v>12.561047990503646</c:v>
                </c:pt>
                <c:pt idx="108">
                  <c:v>9.624242424242423</c:v>
                </c:pt>
                <c:pt idx="109">
                  <c:v>10.43443526170799</c:v>
                </c:pt>
                <c:pt idx="110">
                  <c:v>10.110712313638874</c:v>
                </c:pt>
                <c:pt idx="111">
                  <c:v>9.774016923842709</c:v>
                </c:pt>
                <c:pt idx="112">
                  <c:v>10.018591479931052</c:v>
                </c:pt>
                <c:pt idx="113">
                  <c:v>11.962197676633023</c:v>
                </c:pt>
                <c:pt idx="114">
                  <c:v>10.881030902650544</c:v>
                </c:pt>
                <c:pt idx="115">
                  <c:v>11.219344608879492</c:v>
                </c:pt>
                <c:pt idx="116">
                  <c:v>9.652489032996376</c:v>
                </c:pt>
                <c:pt idx="117">
                  <c:v>10.03273495248152</c:v>
                </c:pt>
                <c:pt idx="118">
                  <c:v>9.790872735826865</c:v>
                </c:pt>
                <c:pt idx="119">
                  <c:v>9.684484038604309</c:v>
                </c:pt>
                <c:pt idx="120">
                  <c:v>12.414624952883528</c:v>
                </c:pt>
                <c:pt idx="121">
                  <c:v>18.82628925940287</c:v>
                </c:pt>
                <c:pt idx="122">
                  <c:v>15.58715767828769</c:v>
                </c:pt>
                <c:pt idx="123">
                  <c:v>16.321832507307153</c:v>
                </c:pt>
                <c:pt idx="124">
                  <c:v>9.84055862670934</c:v>
                </c:pt>
                <c:pt idx="125">
                  <c:v>11.922482382359629</c:v>
                </c:pt>
                <c:pt idx="126">
                  <c:v>10.939989653388515</c:v>
                </c:pt>
                <c:pt idx="127">
                  <c:v>10.239922761284094</c:v>
                </c:pt>
                <c:pt idx="128">
                  <c:v>10.383278145695364</c:v>
                </c:pt>
                <c:pt idx="129">
                  <c:v>10.91852512637526</c:v>
                </c:pt>
                <c:pt idx="130">
                  <c:v>10.615915817165408</c:v>
                </c:pt>
                <c:pt idx="131">
                  <c:v>10.87846865364851</c:v>
                </c:pt>
                <c:pt idx="132">
                  <c:v>9.814629258517034</c:v>
                </c:pt>
                <c:pt idx="133">
                  <c:v>9.823660714285714</c:v>
                </c:pt>
                <c:pt idx="134">
                  <c:v>9.825600894354388</c:v>
                </c:pt>
                <c:pt idx="135">
                  <c:v>9.821070234113712</c:v>
                </c:pt>
                <c:pt idx="136">
                  <c:v>10.359496327387198</c:v>
                </c:pt>
                <c:pt idx="137">
                  <c:v>11.533194299617657</c:v>
                </c:pt>
                <c:pt idx="138">
                  <c:v>10.972765363128492</c:v>
                </c:pt>
                <c:pt idx="139">
                  <c:v>11.042903752039152</c:v>
                </c:pt>
                <c:pt idx="140">
                  <c:v>9.68370786516854</c:v>
                </c:pt>
                <c:pt idx="141">
                  <c:v>10.358746736292428</c:v>
                </c:pt>
                <c:pt idx="142">
                  <c:v>9.952327537857544</c:v>
                </c:pt>
                <c:pt idx="143">
                  <c:v>9.834272300469484</c:v>
                </c:pt>
                <c:pt idx="144">
                  <c:v>10.401654081265733</c:v>
                </c:pt>
                <c:pt idx="145">
                  <c:v>12.18491684505187</c:v>
                </c:pt>
                <c:pt idx="146">
                  <c:v>11.371681415929205</c:v>
                </c:pt>
                <c:pt idx="147">
                  <c:v>11.52624687537198</c:v>
                </c:pt>
                <c:pt idx="148">
                  <c:v>9.757854649317675</c:v>
                </c:pt>
                <c:pt idx="149">
                  <c:v>10.334057071960297</c:v>
                </c:pt>
                <c:pt idx="150">
                  <c:v>10.012393767705383</c:v>
                </c:pt>
                <c:pt idx="151">
                  <c:v>9.684161634928008</c:v>
                </c:pt>
                <c:pt idx="152">
                  <c:v>12.010136900407566</c:v>
                </c:pt>
                <c:pt idx="153">
                  <c:v>16.835035905734802</c:v>
                </c:pt>
                <c:pt idx="154">
                  <c:v>14.57861635220126</c:v>
                </c:pt>
                <c:pt idx="155">
                  <c:v>15.143981736597654</c:v>
                </c:pt>
                <c:pt idx="156">
                  <c:v>9.975650997632735</c:v>
                </c:pt>
                <c:pt idx="157">
                  <c:v>12.33420245398773</c:v>
                </c:pt>
                <c:pt idx="158">
                  <c:v>10.709565764631844</c:v>
                </c:pt>
                <c:pt idx="159">
                  <c:v>10.24372842347526</c:v>
                </c:pt>
                <c:pt idx="160">
                  <c:v>10.58816</c:v>
                </c:pt>
                <c:pt idx="161">
                  <c:v>12.156975228161668</c:v>
                </c:pt>
                <c:pt idx="162">
                  <c:v>11.44023569023569</c:v>
                </c:pt>
                <c:pt idx="163">
                  <c:v>12.04069896040699</c:v>
                </c:pt>
                <c:pt idx="164">
                  <c:v>10.042961608775135</c:v>
                </c:pt>
                <c:pt idx="165">
                  <c:v>10.311228334589298</c:v>
                </c:pt>
                <c:pt idx="166">
                  <c:v>10.17992766726944</c:v>
                </c:pt>
                <c:pt idx="167">
                  <c:v>10.15819209039548</c:v>
                </c:pt>
                <c:pt idx="168">
                  <c:v>10.535012594458438</c:v>
                </c:pt>
                <c:pt idx="169">
                  <c:v>12.362478534630796</c:v>
                </c:pt>
                <c:pt idx="170">
                  <c:v>11.25</c:v>
                </c:pt>
                <c:pt idx="171">
                  <c:v>11.59301475960836</c:v>
                </c:pt>
                <c:pt idx="172">
                  <c:v>9.811138014527844</c:v>
                </c:pt>
                <c:pt idx="173">
                  <c:v>10.132234896493452</c:v>
                </c:pt>
                <c:pt idx="174">
                  <c:v>10.018617021276595</c:v>
                </c:pt>
                <c:pt idx="175">
                  <c:v>9.793587174348698</c:v>
                </c:pt>
                <c:pt idx="176">
                  <c:v>16.00539051269765</c:v>
                </c:pt>
                <c:pt idx="177">
                  <c:v>27.17361574382922</c:v>
                </c:pt>
                <c:pt idx="178">
                  <c:v>22.777363832799345</c:v>
                </c:pt>
                <c:pt idx="179">
                  <c:v>22.738020269605432</c:v>
                </c:pt>
                <c:pt idx="180">
                  <c:v>10.607251986147892</c:v>
                </c:pt>
                <c:pt idx="181">
                  <c:v>14.0884627281163</c:v>
                </c:pt>
                <c:pt idx="182">
                  <c:v>12.331482509716825</c:v>
                </c:pt>
                <c:pt idx="183">
                  <c:v>11.369487485101311</c:v>
                </c:pt>
                <c:pt idx="184">
                  <c:v>11.264396284829722</c:v>
                </c:pt>
                <c:pt idx="185">
                  <c:v>14.412417070997128</c:v>
                </c:pt>
                <c:pt idx="186">
                  <c:v>13.068408613445378</c:v>
                </c:pt>
                <c:pt idx="187">
                  <c:v>13.803695150115471</c:v>
                </c:pt>
                <c:pt idx="188">
                  <c:v>10.111917725347851</c:v>
                </c:pt>
                <c:pt idx="189">
                  <c:v>11.22449987651272</c:v>
                </c:pt>
                <c:pt idx="190">
                  <c:v>10.570420760896951</c:v>
                </c:pt>
                <c:pt idx="191">
                  <c:v>10.222558209857878</c:v>
                </c:pt>
                <c:pt idx="192">
                  <c:v>11.65577669295281</c:v>
                </c:pt>
                <c:pt idx="193">
                  <c:v>15.966482104014238</c:v>
                </c:pt>
                <c:pt idx="194">
                  <c:v>14.226651349798964</c:v>
                </c:pt>
                <c:pt idx="195">
                  <c:v>14.688670625856556</c:v>
                </c:pt>
                <c:pt idx="196">
                  <c:v>10.019176359635336</c:v>
                </c:pt>
                <c:pt idx="197">
                  <c:v>11.711115677008424</c:v>
                </c:pt>
                <c:pt idx="198">
                  <c:v>11.097640738145293</c:v>
                </c:pt>
                <c:pt idx="199">
                  <c:v>10.416770703287558</c:v>
                </c:pt>
                <c:pt idx="200">
                  <c:v>11.05710943315963</c:v>
                </c:pt>
                <c:pt idx="201">
                  <c:v>15.58759493670886</c:v>
                </c:pt>
                <c:pt idx="202">
                  <c:v>13.583978638184243</c:v>
                </c:pt>
                <c:pt idx="203">
                  <c:v>13.788286649690797</c:v>
                </c:pt>
                <c:pt idx="204">
                  <c:v>9.89902052238806</c:v>
                </c:pt>
                <c:pt idx="205">
                  <c:v>11.251428571428573</c:v>
                </c:pt>
                <c:pt idx="206">
                  <c:v>10.57026870288034</c:v>
                </c:pt>
                <c:pt idx="207">
                  <c:v>10.093405740884409</c:v>
                </c:pt>
                <c:pt idx="208">
                  <c:v>11.68776791181874</c:v>
                </c:pt>
                <c:pt idx="209">
                  <c:v>18.204011873706936</c:v>
                </c:pt>
                <c:pt idx="210">
                  <c:v>14.605614973262032</c:v>
                </c:pt>
                <c:pt idx="211">
                  <c:v>15.508711925658234</c:v>
                </c:pt>
                <c:pt idx="212">
                  <c:v>9.785238475885958</c:v>
                </c:pt>
                <c:pt idx="213">
                  <c:v>11.535055350553506</c:v>
                </c:pt>
                <c:pt idx="214">
                  <c:v>10.58566193311956</c:v>
                </c:pt>
                <c:pt idx="215">
                  <c:v>10.19547619047619</c:v>
                </c:pt>
                <c:pt idx="216">
                  <c:v>10.18639148661722</c:v>
                </c:pt>
                <c:pt idx="217">
                  <c:v>10.76515472657906</c:v>
                </c:pt>
                <c:pt idx="218">
                  <c:v>10.51716644936984</c:v>
                </c:pt>
                <c:pt idx="219">
                  <c:v>10.45684362585771</c:v>
                </c:pt>
                <c:pt idx="220">
                  <c:v>9.722969023962596</c:v>
                </c:pt>
                <c:pt idx="221">
                  <c:v>9.931061192873742</c:v>
                </c:pt>
                <c:pt idx="222">
                  <c:v>9.886895475819031</c:v>
                </c:pt>
                <c:pt idx="223">
                  <c:v>10.330762110459734</c:v>
                </c:pt>
                <c:pt idx="224">
                  <c:v>11.500934579439251</c:v>
                </c:pt>
                <c:pt idx="225">
                  <c:v>11.209896249002394</c:v>
                </c:pt>
                <c:pt idx="226">
                  <c:v>11.026576019777504</c:v>
                </c:pt>
                <c:pt idx="227">
                  <c:v>9.918935643564357</c:v>
                </c:pt>
                <c:pt idx="228">
                  <c:v>10.138536585365854</c:v>
                </c:pt>
                <c:pt idx="229">
                  <c:v>9.906549520766774</c:v>
                </c:pt>
                <c:pt idx="230">
                  <c:v>10.015243902439025</c:v>
                </c:pt>
                <c:pt idx="231">
                  <c:v>10.110394842868654</c:v>
                </c:pt>
                <c:pt idx="232">
                  <c:v>11.184528301886791</c:v>
                </c:pt>
                <c:pt idx="233">
                  <c:v>10.705146036161334</c:v>
                </c:pt>
                <c:pt idx="234">
                  <c:v>10.75845086187598</c:v>
                </c:pt>
                <c:pt idx="235">
                  <c:v>9.929274843330347</c:v>
                </c:pt>
                <c:pt idx="236">
                  <c:v>9.988250652741517</c:v>
                </c:pt>
                <c:pt idx="237">
                  <c:v>9.79349789283564</c:v>
                </c:pt>
                <c:pt idx="238">
                  <c:v>9.559687786960517</c:v>
                </c:pt>
                <c:pt idx="239">
                  <c:v>11.211196911196913</c:v>
                </c:pt>
                <c:pt idx="240">
                  <c:v>15.273455851872322</c:v>
                </c:pt>
                <c:pt idx="241">
                  <c:v>13.557490362887146</c:v>
                </c:pt>
                <c:pt idx="242">
                  <c:v>13.97619940029985</c:v>
                </c:pt>
                <c:pt idx="243">
                  <c:v>9.868466898954704</c:v>
                </c:pt>
                <c:pt idx="244">
                  <c:v>10.824856596558318</c:v>
                </c:pt>
                <c:pt idx="245">
                  <c:v>10.36448963629253</c:v>
                </c:pt>
                <c:pt idx="246">
                  <c:v>10.063583815028904</c:v>
                </c:pt>
                <c:pt idx="247">
                  <c:v>10.2840625</c:v>
                </c:pt>
                <c:pt idx="248">
                  <c:v>11.850238980350504</c:v>
                </c:pt>
                <c:pt idx="249">
                  <c:v>11.108197932053177</c:v>
                </c:pt>
                <c:pt idx="250">
                  <c:v>11.330365093499555</c:v>
                </c:pt>
                <c:pt idx="251">
                  <c:v>9.699902248289344</c:v>
                </c:pt>
                <c:pt idx="252">
                  <c:v>10.173478655767484</c:v>
                </c:pt>
                <c:pt idx="253">
                  <c:v>9.784761904761904</c:v>
                </c:pt>
                <c:pt idx="254">
                  <c:v>10.337943475646425</c:v>
                </c:pt>
                <c:pt idx="255">
                  <c:v>11.205787781350482</c:v>
                </c:pt>
                <c:pt idx="256">
                  <c:v>10.979012345679012</c:v>
                </c:pt>
                <c:pt idx="257">
                  <c:v>10.933441936234582</c:v>
                </c:pt>
                <c:pt idx="258">
                  <c:v>9.751532033426184</c:v>
                </c:pt>
                <c:pt idx="259">
                  <c:v>10.118020304568528</c:v>
                </c:pt>
                <c:pt idx="260">
                  <c:v>9.744722955145118</c:v>
                </c:pt>
                <c:pt idx="261">
                  <c:v>9.755922165820644</c:v>
                </c:pt>
                <c:pt idx="262">
                  <c:v>10.492234169653525</c:v>
                </c:pt>
                <c:pt idx="263">
                  <c:v>13.663500678426052</c:v>
                </c:pt>
                <c:pt idx="264">
                  <c:v>11.65422993492408</c:v>
                </c:pt>
                <c:pt idx="265">
                  <c:v>12.512152166255724</c:v>
                </c:pt>
                <c:pt idx="266">
                  <c:v>9.62308868501529</c:v>
                </c:pt>
                <c:pt idx="267">
                  <c:v>10.246682279469164</c:v>
                </c:pt>
                <c:pt idx="268">
                  <c:v>9.922530664945128</c:v>
                </c:pt>
                <c:pt idx="269">
                  <c:v>10.030790762771169</c:v>
                </c:pt>
                <c:pt idx="270">
                  <c:v>10.272392185772208</c:v>
                </c:pt>
                <c:pt idx="271">
                  <c:v>10.635765943458251</c:v>
                </c:pt>
                <c:pt idx="272">
                  <c:v>10.705626450116007</c:v>
                </c:pt>
                <c:pt idx="273">
                  <c:v>10.584708948740223</c:v>
                </c:pt>
                <c:pt idx="274">
                  <c:v>9.875</c:v>
                </c:pt>
                <c:pt idx="275">
                  <c:v>9.84046052631579</c:v>
                </c:pt>
                <c:pt idx="276">
                  <c:v>9.889923793395427</c:v>
                </c:pt>
                <c:pt idx="277">
                  <c:v>10.444643925792938</c:v>
                </c:pt>
                <c:pt idx="278">
                  <c:v>10.952426260704092</c:v>
                </c:pt>
                <c:pt idx="279">
                  <c:v>10.68201133144476</c:v>
                </c:pt>
                <c:pt idx="280">
                  <c:v>10.443271767810026</c:v>
                </c:pt>
                <c:pt idx="281">
                  <c:v>9.929380993897125</c:v>
                </c:pt>
                <c:pt idx="282">
                  <c:v>10.611695906432749</c:v>
                </c:pt>
                <c:pt idx="283">
                  <c:v>10.67094902610858</c:v>
                </c:pt>
                <c:pt idx="284">
                  <c:v>10.260955388866956</c:v>
                </c:pt>
                <c:pt idx="285">
                  <c:v>9.62509928514694</c:v>
                </c:pt>
                <c:pt idx="286">
                  <c:v>9.75595238095238</c:v>
                </c:pt>
                <c:pt idx="287">
                  <c:v>9.62241256245539</c:v>
                </c:pt>
                <c:pt idx="288">
                  <c:v>13.668853893263345</c:v>
                </c:pt>
                <c:pt idx="289">
                  <c:v>22.089807333747668</c:v>
                </c:pt>
                <c:pt idx="290">
                  <c:v>18.028240405503254</c:v>
                </c:pt>
                <c:pt idx="291">
                  <c:v>18.896611590038315</c:v>
                </c:pt>
                <c:pt idx="292">
                  <c:v>10.161105493764746</c:v>
                </c:pt>
                <c:pt idx="293">
                  <c:v>12.066429418742588</c:v>
                </c:pt>
                <c:pt idx="294">
                  <c:v>11.15389032443296</c:v>
                </c:pt>
                <c:pt idx="295">
                  <c:v>10.476653696498056</c:v>
                </c:pt>
                <c:pt idx="296">
                  <c:v>10.623574144486692</c:v>
                </c:pt>
                <c:pt idx="297">
                  <c:v>12.502992220227409</c:v>
                </c:pt>
                <c:pt idx="298">
                  <c:v>11.762252108502391</c:v>
                </c:pt>
                <c:pt idx="299">
                  <c:v>12.340272373540856</c:v>
                </c:pt>
                <c:pt idx="300">
                  <c:v>9.657657657657658</c:v>
                </c:pt>
                <c:pt idx="301">
                  <c:v>10.275181040158</c:v>
                </c:pt>
                <c:pt idx="302">
                  <c:v>9.982123510292524</c:v>
                </c:pt>
                <c:pt idx="303">
                  <c:v>9.85135135135135</c:v>
                </c:pt>
                <c:pt idx="304">
                  <c:v>10.932656444260257</c:v>
                </c:pt>
                <c:pt idx="305">
                  <c:v>13.946601941747574</c:v>
                </c:pt>
                <c:pt idx="306">
                  <c:v>12.662180612443924</c:v>
                </c:pt>
                <c:pt idx="307">
                  <c:v>13.214029238266225</c:v>
                </c:pt>
                <c:pt idx="308">
                  <c:v>9.859724203518782</c:v>
                </c:pt>
                <c:pt idx="309">
                  <c:v>10.684591914569031</c:v>
                </c:pt>
                <c:pt idx="310">
                  <c:v>10.19971346704871</c:v>
                </c:pt>
                <c:pt idx="311">
                  <c:v>10.015897047691142</c:v>
                </c:pt>
                <c:pt idx="312">
                  <c:v>10.249724244429736</c:v>
                </c:pt>
                <c:pt idx="313">
                  <c:v>12.513097072419106</c:v>
                </c:pt>
                <c:pt idx="314">
                  <c:v>11.394029260577303</c:v>
                </c:pt>
                <c:pt idx="315">
                  <c:v>11.668281774133431</c:v>
                </c:pt>
                <c:pt idx="316">
                  <c:v>9.61298377028714</c:v>
                </c:pt>
                <c:pt idx="317">
                  <c:v>10.143330571665286</c:v>
                </c:pt>
                <c:pt idx="318">
                  <c:v>9.772484599589324</c:v>
                </c:pt>
                <c:pt idx="319">
                  <c:v>9.797475616752726</c:v>
                </c:pt>
                <c:pt idx="320">
                  <c:v>11.729169554970191</c:v>
                </c:pt>
                <c:pt idx="321">
                  <c:v>17.525134964593704</c:v>
                </c:pt>
                <c:pt idx="322">
                  <c:v>14.634488315874297</c:v>
                </c:pt>
                <c:pt idx="323">
                  <c:v>15.153173198482934</c:v>
                </c:pt>
                <c:pt idx="324">
                  <c:v>9.766096352994149</c:v>
                </c:pt>
                <c:pt idx="325">
                  <c:v>11.140019665683385</c:v>
                </c:pt>
                <c:pt idx="326">
                  <c:v>10.567488789237668</c:v>
                </c:pt>
                <c:pt idx="327">
                  <c:v>10.010107015457788</c:v>
                </c:pt>
                <c:pt idx="328">
                  <c:v>10.278350515463918</c:v>
                </c:pt>
                <c:pt idx="329">
                  <c:v>10.677232447171097</c:v>
                </c:pt>
                <c:pt idx="330">
                  <c:v>10.339280221470316</c:v>
                </c:pt>
                <c:pt idx="331">
                  <c:v>10.571210093672338</c:v>
                </c:pt>
                <c:pt idx="332">
                  <c:v>9.768202602884276</c:v>
                </c:pt>
                <c:pt idx="333">
                  <c:v>9.728539985326483</c:v>
                </c:pt>
                <c:pt idx="334">
                  <c:v>9.727787209960384</c:v>
                </c:pt>
                <c:pt idx="335">
                  <c:v>9.521137890161992</c:v>
                </c:pt>
                <c:pt idx="336">
                  <c:v>10.04670459933618</c:v>
                </c:pt>
                <c:pt idx="337">
                  <c:v>11.065372327353158</c:v>
                </c:pt>
                <c:pt idx="338">
                  <c:v>10.77414425427873</c:v>
                </c:pt>
                <c:pt idx="339">
                  <c:v>10.78511314755938</c:v>
                </c:pt>
                <c:pt idx="340">
                  <c:v>9.527104959630911</c:v>
                </c:pt>
                <c:pt idx="341">
                  <c:v>10.112215909090908</c:v>
                </c:pt>
                <c:pt idx="342">
                  <c:v>9.642902208201892</c:v>
                </c:pt>
                <c:pt idx="343">
                  <c:v>9.547123015873016</c:v>
                </c:pt>
                <c:pt idx="344">
                  <c:v>10.171536013884872</c:v>
                </c:pt>
                <c:pt idx="345">
                  <c:v>11.446355446355446</c:v>
                </c:pt>
                <c:pt idx="346">
                  <c:v>10.839590443686006</c:v>
                </c:pt>
                <c:pt idx="347">
                  <c:v>10.980459307010475</c:v>
                </c:pt>
                <c:pt idx="348">
                  <c:v>9.69336642599278</c:v>
                </c:pt>
                <c:pt idx="349">
                  <c:v>9.972721636701795</c:v>
                </c:pt>
                <c:pt idx="350">
                  <c:v>9.724024909865618</c:v>
                </c:pt>
                <c:pt idx="351">
                  <c:v>9.650111947893343</c:v>
                </c:pt>
                <c:pt idx="352">
                  <c:v>11.825534663413231</c:v>
                </c:pt>
                <c:pt idx="353">
                  <c:v>16.552929628511023</c:v>
                </c:pt>
                <c:pt idx="354">
                  <c:v>14.34221277986599</c:v>
                </c:pt>
                <c:pt idx="355">
                  <c:v>14.787941224312748</c:v>
                </c:pt>
                <c:pt idx="356">
                  <c:v>9.826714801444044</c:v>
                </c:pt>
                <c:pt idx="357">
                  <c:v>11.313324026679076</c:v>
                </c:pt>
                <c:pt idx="358">
                  <c:v>10.465140697186056</c:v>
                </c:pt>
                <c:pt idx="359">
                  <c:v>10.033045246568378</c:v>
                </c:pt>
                <c:pt idx="360">
                  <c:v>10.255960872223357</c:v>
                </c:pt>
                <c:pt idx="361">
                  <c:v>11.88858495528669</c:v>
                </c:pt>
                <c:pt idx="362">
                  <c:v>11.181144656417857</c:v>
                </c:pt>
                <c:pt idx="363">
                  <c:v>11.41764705882353</c:v>
                </c:pt>
                <c:pt idx="364">
                  <c:v>9.764377682403431</c:v>
                </c:pt>
                <c:pt idx="365">
                  <c:v>10.218764514630749</c:v>
                </c:pt>
                <c:pt idx="366">
                  <c:v>9.866700456158137</c:v>
                </c:pt>
                <c:pt idx="367">
                  <c:v>9.872664059104736</c:v>
                </c:pt>
                <c:pt idx="368">
                  <c:v>10.322296433139122</c:v>
                </c:pt>
                <c:pt idx="369">
                  <c:v>11.680724417426545</c:v>
                </c:pt>
                <c:pt idx="370">
                  <c:v>11.110371692906996</c:v>
                </c:pt>
                <c:pt idx="371">
                  <c:v>11.129245977495003</c:v>
                </c:pt>
                <c:pt idx="372">
                  <c:v>9.704688593421974</c:v>
                </c:pt>
                <c:pt idx="373">
                  <c:v>9.971847170353346</c:v>
                </c:pt>
                <c:pt idx="374">
                  <c:v>9.88563829787234</c:v>
                </c:pt>
                <c:pt idx="375">
                  <c:v>9.749794913863823</c:v>
                </c:pt>
                <c:pt idx="376">
                  <c:v>10.52639335476956</c:v>
                </c:pt>
                <c:pt idx="377">
                  <c:v>13.406699132913648</c:v>
                </c:pt>
                <c:pt idx="378">
                  <c:v>11.873666305860525</c:v>
                </c:pt>
                <c:pt idx="379">
                  <c:v>12.304213483146068</c:v>
                </c:pt>
                <c:pt idx="380">
                  <c:v>9.731205673758865</c:v>
                </c:pt>
                <c:pt idx="381">
                  <c:v>10.37412809131262</c:v>
                </c:pt>
                <c:pt idx="382">
                  <c:v>9.94946116685247</c:v>
                </c:pt>
                <c:pt idx="383">
                  <c:v>9.904358733145187</c:v>
                </c:pt>
                <c:pt idx="384">
                  <c:v>10.245919243986254</c:v>
                </c:pt>
                <c:pt idx="385">
                  <c:v>10.568765281173594</c:v>
                </c:pt>
                <c:pt idx="386">
                  <c:v>10.43008250475989</c:v>
                </c:pt>
                <c:pt idx="387">
                  <c:v>10.51946542707728</c:v>
                </c:pt>
                <c:pt idx="388">
                  <c:v>9.96658014276444</c:v>
                </c:pt>
                <c:pt idx="389">
                  <c:v>10.079170593779454</c:v>
                </c:pt>
                <c:pt idx="390">
                  <c:v>9.694825436408978</c:v>
                </c:pt>
                <c:pt idx="391">
                  <c:v>9.926943699731904</c:v>
                </c:pt>
                <c:pt idx="392">
                  <c:v>10.002130898021308</c:v>
                </c:pt>
                <c:pt idx="393">
                  <c:v>10.515367316341829</c:v>
                </c:pt>
                <c:pt idx="394">
                  <c:v>10.27788424683787</c:v>
                </c:pt>
                <c:pt idx="395">
                  <c:v>10.43598615916955</c:v>
                </c:pt>
                <c:pt idx="396">
                  <c:v>9.596782563570317</c:v>
                </c:pt>
                <c:pt idx="397">
                  <c:v>9.625573770491805</c:v>
                </c:pt>
                <c:pt idx="398">
                  <c:v>9.731642189586116</c:v>
                </c:pt>
                <c:pt idx="399">
                  <c:v>9.67563117453348</c:v>
                </c:pt>
                <c:pt idx="400">
                  <c:v>10.194498634412795</c:v>
                </c:pt>
                <c:pt idx="401">
                  <c:v>11.18883938043709</c:v>
                </c:pt>
                <c:pt idx="402">
                  <c:v>10.507741347905284</c:v>
                </c:pt>
                <c:pt idx="403">
                  <c:v>10.673834124546216</c:v>
                </c:pt>
                <c:pt idx="404">
                  <c:v>9.774110218140068</c:v>
                </c:pt>
                <c:pt idx="405">
                  <c:v>10.04602510460251</c:v>
                </c:pt>
                <c:pt idx="406">
                  <c:v>9.765402018795683</c:v>
                </c:pt>
                <c:pt idx="407">
                  <c:v>9.707453764244349</c:v>
                </c:pt>
                <c:pt idx="408">
                  <c:v>17.58094869098356</c:v>
                </c:pt>
                <c:pt idx="409">
                  <c:v>29.489982639703467</c:v>
                </c:pt>
                <c:pt idx="410">
                  <c:v>25.40696989336004</c:v>
                </c:pt>
                <c:pt idx="411">
                  <c:v>24.133335040458874</c:v>
                </c:pt>
                <c:pt idx="412">
                  <c:v>10.841898993497818</c:v>
                </c:pt>
                <c:pt idx="413">
                  <c:v>14.825266815586994</c:v>
                </c:pt>
                <c:pt idx="414">
                  <c:v>12.920980150061734</c:v>
                </c:pt>
                <c:pt idx="415">
                  <c:v>11.656492927233336</c:v>
                </c:pt>
                <c:pt idx="416">
                  <c:v>10.957605121993424</c:v>
                </c:pt>
                <c:pt idx="417">
                  <c:v>14.042747955918948</c:v>
                </c:pt>
                <c:pt idx="418">
                  <c:v>12.688428459734167</c:v>
                </c:pt>
                <c:pt idx="419">
                  <c:v>13.722312880765884</c:v>
                </c:pt>
                <c:pt idx="420">
                  <c:v>9.83278814700789</c:v>
                </c:pt>
                <c:pt idx="421">
                  <c:v>10.722425796995235</c:v>
                </c:pt>
                <c:pt idx="422">
                  <c:v>10.295630282323325</c:v>
                </c:pt>
                <c:pt idx="423">
                  <c:v>10.035972404730618</c:v>
                </c:pt>
                <c:pt idx="424">
                  <c:v>11.157671957671958</c:v>
                </c:pt>
                <c:pt idx="425">
                  <c:v>14.516561514195583</c:v>
                </c:pt>
                <c:pt idx="426">
                  <c:v>13.39074437895656</c:v>
                </c:pt>
                <c:pt idx="427">
                  <c:v>13.948301529300313</c:v>
                </c:pt>
                <c:pt idx="428">
                  <c:v>9.905179615705933</c:v>
                </c:pt>
                <c:pt idx="429">
                  <c:v>10.97708542713568</c:v>
                </c:pt>
                <c:pt idx="430">
                  <c:v>10.649978965082036</c:v>
                </c:pt>
                <c:pt idx="431">
                  <c:v>10.105280473762132</c:v>
                </c:pt>
                <c:pt idx="432">
                  <c:v>10.495550578122163</c:v>
                </c:pt>
                <c:pt idx="433">
                  <c:v>13.65795349343789</c:v>
                </c:pt>
                <c:pt idx="434">
                  <c:v>12.23735878692684</c:v>
                </c:pt>
                <c:pt idx="435">
                  <c:v>12.423147317423291</c:v>
                </c:pt>
                <c:pt idx="436">
                  <c:v>9.711814584511025</c:v>
                </c:pt>
                <c:pt idx="437">
                  <c:v>10.434018194827765</c:v>
                </c:pt>
                <c:pt idx="438">
                  <c:v>10.067273646939809</c:v>
                </c:pt>
                <c:pt idx="439">
                  <c:v>9.750532040671551</c:v>
                </c:pt>
              </c:numCache>
            </c:numRef>
          </c:xVal>
          <c:yVal>
            <c:numRef>
              <c:f>Sheet1!$B$2:$B$441</c:f>
              <c:numCache>
                <c:formatCode>General</c:formatCode>
                <c:ptCount val="440"/>
                <c:pt idx="0">
                  <c:v>2.3295975235497206</c:v>
                </c:pt>
                <c:pt idx="1">
                  <c:v>9.320644436568532</c:v>
                </c:pt>
                <c:pt idx="2">
                  <c:v>5.622617699401391</c:v>
                </c:pt>
                <c:pt idx="3">
                  <c:v>6.625657033091766</c:v>
                </c:pt>
                <c:pt idx="4">
                  <c:v>0.9582663847780128</c:v>
                </c:pt>
                <c:pt idx="5">
                  <c:v>2.5890560535624383</c:v>
                </c:pt>
                <c:pt idx="6">
                  <c:v>1.603270107654534</c:v>
                </c:pt>
                <c:pt idx="7">
                  <c:v>1.3042970383237715</c:v>
                </c:pt>
                <c:pt idx="8">
                  <c:v>1.3787454889156212</c:v>
                </c:pt>
                <c:pt idx="9">
                  <c:v>1.7402819000012015</c:v>
                </c:pt>
                <c:pt idx="10">
                  <c:v>1.4830997286229806</c:v>
                </c:pt>
                <c:pt idx="11">
                  <c:v>1.7352527037957997</c:v>
                </c:pt>
                <c:pt idx="12">
                  <c:v>0.9903399405020556</c:v>
                </c:pt>
                <c:pt idx="13">
                  <c:v>1.0973221216041398</c:v>
                </c:pt>
                <c:pt idx="14">
                  <c:v>0.8661460905700223</c:v>
                </c:pt>
                <c:pt idx="15">
                  <c:v>1.0288495223306855</c:v>
                </c:pt>
                <c:pt idx="16">
                  <c:v>1.0658047671186726</c:v>
                </c:pt>
                <c:pt idx="17">
                  <c:v>2.0520201315281734</c:v>
                </c:pt>
                <c:pt idx="18">
                  <c:v>1.5003025651151978</c:v>
                </c:pt>
                <c:pt idx="19">
                  <c:v>1.758868227118256</c:v>
                </c:pt>
                <c:pt idx="20">
                  <c:v>0.7320636485249595</c:v>
                </c:pt>
                <c:pt idx="21">
                  <c:v>1.060935024614305</c:v>
                </c:pt>
                <c:pt idx="22">
                  <c:v>0.7954629451680144</c:v>
                </c:pt>
                <c:pt idx="23">
                  <c:v>0.812936218778807</c:v>
                </c:pt>
                <c:pt idx="24">
                  <c:v>0.9872264654889648</c:v>
                </c:pt>
                <c:pt idx="25">
                  <c:v>2.130722972583527</c:v>
                </c:pt>
                <c:pt idx="26">
                  <c:v>1.4159588664730356</c:v>
                </c:pt>
                <c:pt idx="27">
                  <c:v>1.6262625077715345</c:v>
                </c:pt>
                <c:pt idx="28">
                  <c:v>0.8626902315209409</c:v>
                </c:pt>
                <c:pt idx="29">
                  <c:v>1.2136134286309572</c:v>
                </c:pt>
                <c:pt idx="30">
                  <c:v>0.844186887669251</c:v>
                </c:pt>
                <c:pt idx="31">
                  <c:v>0.8931557482186516</c:v>
                </c:pt>
                <c:pt idx="32">
                  <c:v>2.782274808014608</c:v>
                </c:pt>
                <c:pt idx="33">
                  <c:v>8.18257452491327</c:v>
                </c:pt>
                <c:pt idx="34">
                  <c:v>5.457354593044204</c:v>
                </c:pt>
                <c:pt idx="35">
                  <c:v>6.154225805276641</c:v>
                </c:pt>
                <c:pt idx="36">
                  <c:v>1.3047178059923894</c:v>
                </c:pt>
                <c:pt idx="37">
                  <c:v>2.7265443017175555</c:v>
                </c:pt>
                <c:pt idx="38">
                  <c:v>1.8512206902980333</c:v>
                </c:pt>
                <c:pt idx="39">
                  <c:v>1.652799409030749</c:v>
                </c:pt>
                <c:pt idx="40">
                  <c:v>1.613608350365875</c:v>
                </c:pt>
                <c:pt idx="41">
                  <c:v>2.738181100722342</c:v>
                </c:pt>
                <c:pt idx="42">
                  <c:v>2.313284124045544</c:v>
                </c:pt>
                <c:pt idx="43">
                  <c:v>2.646931635019853</c:v>
                </c:pt>
                <c:pt idx="44">
                  <c:v>1.2427156939719095</c:v>
                </c:pt>
                <c:pt idx="45">
                  <c:v>1.6139933115052616</c:v>
                </c:pt>
                <c:pt idx="46">
                  <c:v>1.0665469010650583</c:v>
                </c:pt>
                <c:pt idx="47">
                  <c:v>1.2489817731317665</c:v>
                </c:pt>
                <c:pt idx="48">
                  <c:v>1.2934873306817234</c:v>
                </c:pt>
                <c:pt idx="49">
                  <c:v>2.58916181424715</c:v>
                </c:pt>
                <c:pt idx="50">
                  <c:v>1.8748288720303152</c:v>
                </c:pt>
                <c:pt idx="51">
                  <c:v>2.107262807805102</c:v>
                </c:pt>
                <c:pt idx="52">
                  <c:v>1.1606563646928163</c:v>
                </c:pt>
                <c:pt idx="53">
                  <c:v>1.5109302274281429</c:v>
                </c:pt>
                <c:pt idx="54">
                  <c:v>0.9741311377408224</c:v>
                </c:pt>
                <c:pt idx="55">
                  <c:v>1.1601121551815805</c:v>
                </c:pt>
                <c:pt idx="56">
                  <c:v>2.065398508506176</c:v>
                </c:pt>
                <c:pt idx="57">
                  <c:v>9.412206618874595</c:v>
                </c:pt>
                <c:pt idx="58">
                  <c:v>5.381389080236006</c:v>
                </c:pt>
                <c:pt idx="59">
                  <c:v>6.543447977386765</c:v>
                </c:pt>
                <c:pt idx="60">
                  <c:v>0.9600615022493878</c:v>
                </c:pt>
                <c:pt idx="61">
                  <c:v>3.165935261243014</c:v>
                </c:pt>
                <c:pt idx="62">
                  <c:v>1.67828313484173</c:v>
                </c:pt>
                <c:pt idx="63">
                  <c:v>1.4051674297232684</c:v>
                </c:pt>
                <c:pt idx="64">
                  <c:v>1.3919622529448643</c:v>
                </c:pt>
                <c:pt idx="65">
                  <c:v>1.7354087547471515</c:v>
                </c:pt>
                <c:pt idx="66">
                  <c:v>1.480348829258893</c:v>
                </c:pt>
                <c:pt idx="67">
                  <c:v>1.6810393182188286</c:v>
                </c:pt>
                <c:pt idx="68">
                  <c:v>0.96019643318687</c:v>
                </c:pt>
                <c:pt idx="69">
                  <c:v>1.0351502728296331</c:v>
                </c:pt>
                <c:pt idx="70">
                  <c:v>0.7976400625072346</c:v>
                </c:pt>
                <c:pt idx="71">
                  <c:v>0.9331052904663988</c:v>
                </c:pt>
                <c:pt idx="72">
                  <c:v>0.9085724141445422</c:v>
                </c:pt>
                <c:pt idx="73">
                  <c:v>1.5443037974683544</c:v>
                </c:pt>
                <c:pt idx="74">
                  <c:v>1.1086967662583918</c:v>
                </c:pt>
                <c:pt idx="75">
                  <c:v>1.3123356661132604</c:v>
                </c:pt>
                <c:pt idx="76">
                  <c:v>0.5642539930998086</c:v>
                </c:pt>
                <c:pt idx="77">
                  <c:v>0.9246323860261696</c:v>
                </c:pt>
                <c:pt idx="78">
                  <c:v>0.6592390231057863</c:v>
                </c:pt>
                <c:pt idx="79">
                  <c:v>0.7121605799611862</c:v>
                </c:pt>
                <c:pt idx="80">
                  <c:v>1.0003727297370562</c:v>
                </c:pt>
                <c:pt idx="81">
                  <c:v>2.7995044637589963</c:v>
                </c:pt>
                <c:pt idx="82">
                  <c:v>1.712355196369869</c:v>
                </c:pt>
                <c:pt idx="83">
                  <c:v>2.090572202398865</c:v>
                </c:pt>
                <c:pt idx="84">
                  <c:v>0.8150306898292115</c:v>
                </c:pt>
                <c:pt idx="85">
                  <c:v>1.3791741051830606</c:v>
                </c:pt>
                <c:pt idx="86">
                  <c:v>0.8766095547177015</c:v>
                </c:pt>
                <c:pt idx="87">
                  <c:v>0.8796663929300615</c:v>
                </c:pt>
                <c:pt idx="88">
                  <c:v>4.661836847867818</c:v>
                </c:pt>
                <c:pt idx="89">
                  <c:v>15.029174032556382</c:v>
                </c:pt>
                <c:pt idx="90">
                  <c:v>10.083589635943817</c:v>
                </c:pt>
                <c:pt idx="91">
                  <c:v>10.965380496816936</c:v>
                </c:pt>
                <c:pt idx="92">
                  <c:v>1.4454880521314428</c:v>
                </c:pt>
                <c:pt idx="93">
                  <c:v>3.9330886850152895</c:v>
                </c:pt>
                <c:pt idx="94">
                  <c:v>2.463964969337542</c:v>
                </c:pt>
                <c:pt idx="95">
                  <c:v>1.9949386944772949</c:v>
                </c:pt>
                <c:pt idx="96">
                  <c:v>1.8860063452318283</c:v>
                </c:pt>
                <c:pt idx="97">
                  <c:v>3.734032501889645</c:v>
                </c:pt>
                <c:pt idx="98">
                  <c:v>2.6995549166505404</c:v>
                </c:pt>
                <c:pt idx="99">
                  <c:v>3.6775841346153846</c:v>
                </c:pt>
                <c:pt idx="100">
                  <c:v>1.280073097092007</c:v>
                </c:pt>
                <c:pt idx="101">
                  <c:v>1.810698918163185</c:v>
                </c:pt>
                <c:pt idx="102">
                  <c:v>1.1904111448594166</c:v>
                </c:pt>
                <c:pt idx="103">
                  <c:v>1.3605600330646828</c:v>
                </c:pt>
                <c:pt idx="104">
                  <c:v>1.8273790756585744</c:v>
                </c:pt>
                <c:pt idx="105">
                  <c:v>4.732140445644834</c:v>
                </c:pt>
                <c:pt idx="106">
                  <c:v>3.347017934984548</c:v>
                </c:pt>
                <c:pt idx="107">
                  <c:v>4.060843108608388</c:v>
                </c:pt>
                <c:pt idx="108">
                  <c:v>1.1186681530300988</c:v>
                </c:pt>
                <c:pt idx="109">
                  <c:v>1.9317026414952496</c:v>
                </c:pt>
                <c:pt idx="110">
                  <c:v>1.5262320075332945</c:v>
                </c:pt>
                <c:pt idx="111">
                  <c:v>1.2926367295398942</c:v>
                </c:pt>
                <c:pt idx="112">
                  <c:v>1.3149614627595976</c:v>
                </c:pt>
                <c:pt idx="113">
                  <c:v>3.565302174180076</c:v>
                </c:pt>
                <c:pt idx="114">
                  <c:v>2.368435286202393</c:v>
                </c:pt>
                <c:pt idx="115">
                  <c:v>2.678654692629066</c:v>
                </c:pt>
                <c:pt idx="116">
                  <c:v>1.1554230371061165</c:v>
                </c:pt>
                <c:pt idx="117">
                  <c:v>1.780938420678345</c:v>
                </c:pt>
                <c:pt idx="118">
                  <c:v>1.0964296559295508</c:v>
                </c:pt>
                <c:pt idx="119">
                  <c:v>1.2183187186660909</c:v>
                </c:pt>
                <c:pt idx="120">
                  <c:v>3.812978039690769</c:v>
                </c:pt>
                <c:pt idx="121">
                  <c:v>12.316867731768284</c:v>
                </c:pt>
                <c:pt idx="122">
                  <c:v>7.90178284696108</c:v>
                </c:pt>
                <c:pt idx="123">
                  <c:v>8.502029482694201</c:v>
                </c:pt>
                <c:pt idx="124">
                  <c:v>1.2839670190064183</c:v>
                </c:pt>
                <c:pt idx="125">
                  <c:v>3.5638833277722166</c:v>
                </c:pt>
                <c:pt idx="126">
                  <c:v>2.2588264574469346</c:v>
                </c:pt>
                <c:pt idx="127">
                  <c:v>1.652355792402899</c:v>
                </c:pt>
                <c:pt idx="128">
                  <c:v>1.6615921572653083</c:v>
                </c:pt>
                <c:pt idx="129">
                  <c:v>2.409561073877504</c:v>
                </c:pt>
                <c:pt idx="130">
                  <c:v>1.9568354937859147</c:v>
                </c:pt>
                <c:pt idx="131">
                  <c:v>2.2898826314728997</c:v>
                </c:pt>
                <c:pt idx="132">
                  <c:v>1.0495678160530304</c:v>
                </c:pt>
                <c:pt idx="133">
                  <c:v>1.3782351974308076</c:v>
                </c:pt>
                <c:pt idx="134">
                  <c:v>1.0907990878205427</c:v>
                </c:pt>
                <c:pt idx="135">
                  <c:v>1.0413175984103968</c:v>
                </c:pt>
                <c:pt idx="136">
                  <c:v>1.385546278951482</c:v>
                </c:pt>
                <c:pt idx="137">
                  <c:v>2.95935893857042</c:v>
                </c:pt>
                <c:pt idx="138">
                  <c:v>2.1131625229524835</c:v>
                </c:pt>
                <c:pt idx="139">
                  <c:v>2.342196558005245</c:v>
                </c:pt>
                <c:pt idx="140">
                  <c:v>0.8679020686548917</c:v>
                </c:pt>
                <c:pt idx="141">
                  <c:v>1.4022408249686324</c:v>
                </c:pt>
                <c:pt idx="142">
                  <c:v>1.0443360009326883</c:v>
                </c:pt>
                <c:pt idx="143">
                  <c:v>0.941533670688984</c:v>
                </c:pt>
                <c:pt idx="144">
                  <c:v>1.4992678778964783</c:v>
                </c:pt>
                <c:pt idx="145">
                  <c:v>3.9813480087579145</c:v>
                </c:pt>
                <c:pt idx="146">
                  <c:v>2.6256889332613413</c:v>
                </c:pt>
                <c:pt idx="147">
                  <c:v>2.8591542441888755</c:v>
                </c:pt>
                <c:pt idx="148">
                  <c:v>1.0642336273352315</c:v>
                </c:pt>
                <c:pt idx="149">
                  <c:v>1.7858619024625784</c:v>
                </c:pt>
                <c:pt idx="150">
                  <c:v>1.270917334193502</c:v>
                </c:pt>
                <c:pt idx="151">
                  <c:v>1.1779127439849195</c:v>
                </c:pt>
                <c:pt idx="152">
                  <c:v>3.6662501506434855</c:v>
                </c:pt>
                <c:pt idx="153">
                  <c:v>10.109509704230955</c:v>
                </c:pt>
                <c:pt idx="154">
                  <c:v>6.84169991827316</c:v>
                </c:pt>
                <c:pt idx="155">
                  <c:v>7.241976989357993</c:v>
                </c:pt>
                <c:pt idx="156">
                  <c:v>1.5753099530947037</c:v>
                </c:pt>
                <c:pt idx="157">
                  <c:v>4.741550617543215</c:v>
                </c:pt>
                <c:pt idx="158">
                  <c:v>2.1005228264970626</c:v>
                </c:pt>
                <c:pt idx="159">
                  <c:v>1.867496084913868</c:v>
                </c:pt>
                <c:pt idx="160">
                  <c:v>2.040554055943304</c:v>
                </c:pt>
                <c:pt idx="161">
                  <c:v>4.039941118743867</c:v>
                </c:pt>
                <c:pt idx="162">
                  <c:v>2.9848938617087546</c:v>
                </c:pt>
                <c:pt idx="163">
                  <c:v>3.483497533822765</c:v>
                </c:pt>
                <c:pt idx="164">
                  <c:v>1.5269169316438074</c:v>
                </c:pt>
                <c:pt idx="165">
                  <c:v>1.9659084730403265</c:v>
                </c:pt>
                <c:pt idx="166">
                  <c:v>1.3325560812880826</c:v>
                </c:pt>
                <c:pt idx="167">
                  <c:v>1.3261556027331276</c:v>
                </c:pt>
                <c:pt idx="168">
                  <c:v>1.7542843834824369</c:v>
                </c:pt>
                <c:pt idx="169">
                  <c:v>4.000857870071679</c:v>
                </c:pt>
                <c:pt idx="170">
                  <c:v>2.6662273387487225</c:v>
                </c:pt>
                <c:pt idx="171">
                  <c:v>2.923458325629864</c:v>
                </c:pt>
                <c:pt idx="172">
                  <c:v>1.4520127942319927</c:v>
                </c:pt>
                <c:pt idx="173">
                  <c:v>1.786391804729986</c:v>
                </c:pt>
                <c:pt idx="174">
                  <c:v>1.287983645791783</c:v>
                </c:pt>
                <c:pt idx="175">
                  <c:v>1.3190007421846326</c:v>
                </c:pt>
                <c:pt idx="176">
                  <c:v>8.180597838155341</c:v>
                </c:pt>
                <c:pt idx="177">
                  <c:v>22.708651399491096</c:v>
                </c:pt>
                <c:pt idx="178">
                  <c:v>16.777396573618198</c:v>
                </c:pt>
                <c:pt idx="179">
                  <c:v>16.595722025032693</c:v>
                </c:pt>
                <c:pt idx="180">
                  <c:v>2.264191979443884</c:v>
                </c:pt>
                <c:pt idx="181">
                  <c:v>6.619927107201624</c:v>
                </c:pt>
                <c:pt idx="182">
                  <c:v>3.924538180646547</c:v>
                </c:pt>
                <c:pt idx="183">
                  <c:v>2.90606251388786</c:v>
                </c:pt>
                <c:pt idx="184">
                  <c:v>2.797787207799836</c:v>
                </c:pt>
                <c:pt idx="185">
                  <c:v>6.656303602058319</c:v>
                </c:pt>
                <c:pt idx="186">
                  <c:v>4.7997431461034905</c:v>
                </c:pt>
                <c:pt idx="187">
                  <c:v>5.847530484286649</c:v>
                </c:pt>
                <c:pt idx="188">
                  <c:v>1.6971964772773531</c:v>
                </c:pt>
                <c:pt idx="189">
                  <c:v>2.9575233787446376</c:v>
                </c:pt>
                <c:pt idx="190">
                  <c:v>1.8146917258766904</c:v>
                </c:pt>
                <c:pt idx="191">
                  <c:v>1.7964554144775249</c:v>
                </c:pt>
                <c:pt idx="192">
                  <c:v>3.002451346940368</c:v>
                </c:pt>
                <c:pt idx="193">
                  <c:v>8.359267835289353</c:v>
                </c:pt>
                <c:pt idx="194">
                  <c:v>5.852587532023911</c:v>
                </c:pt>
                <c:pt idx="195">
                  <c:v>6.540722917478795</c:v>
                </c:pt>
                <c:pt idx="196">
                  <c:v>1.5550034547138467</c:v>
                </c:pt>
                <c:pt idx="197">
                  <c:v>3.2136584260325973</c:v>
                </c:pt>
                <c:pt idx="198">
                  <c:v>2.388549303896532</c:v>
                </c:pt>
                <c:pt idx="199">
                  <c:v>1.7883716107279284</c:v>
                </c:pt>
                <c:pt idx="200">
                  <c:v>2.5802825909989533</c:v>
                </c:pt>
                <c:pt idx="201">
                  <c:v>8.34660271782574</c:v>
                </c:pt>
                <c:pt idx="202">
                  <c:v>5.610205634740697</c:v>
                </c:pt>
                <c:pt idx="203">
                  <c:v>5.672421379578103</c:v>
                </c:pt>
                <c:pt idx="204">
                  <c:v>1.6746897668005516</c:v>
                </c:pt>
                <c:pt idx="205">
                  <c:v>3.1594323620282303</c:v>
                </c:pt>
                <c:pt idx="206">
                  <c:v>2.0578364643528326</c:v>
                </c:pt>
                <c:pt idx="207">
                  <c:v>1.724672235172923</c:v>
                </c:pt>
                <c:pt idx="208">
                  <c:v>2.9383471512701327</c:v>
                </c:pt>
                <c:pt idx="209">
                  <c:v>11.054946473847307</c:v>
                </c:pt>
                <c:pt idx="210">
                  <c:v>6.747958716471441</c:v>
                </c:pt>
                <c:pt idx="211">
                  <c:v>7.739324228419103</c:v>
                </c:pt>
                <c:pt idx="212">
                  <c:v>1.092110581781435</c:v>
                </c:pt>
                <c:pt idx="213">
                  <c:v>3.0029162067508826</c:v>
                </c:pt>
                <c:pt idx="214">
                  <c:v>1.9254482963303368</c:v>
                </c:pt>
                <c:pt idx="215">
                  <c:v>1.4119568683899772</c:v>
                </c:pt>
                <c:pt idx="216">
                  <c:v>1.6052202674847802</c:v>
                </c:pt>
                <c:pt idx="217">
                  <c:v>1.877005109975561</c:v>
                </c:pt>
                <c:pt idx="218">
                  <c:v>1.7452298566485418</c:v>
                </c:pt>
                <c:pt idx="219">
                  <c:v>1.9885708888259184</c:v>
                </c:pt>
                <c:pt idx="220">
                  <c:v>1.152710831104292</c:v>
                </c:pt>
                <c:pt idx="221">
                  <c:v>1.097009663639003</c:v>
                </c:pt>
                <c:pt idx="222">
                  <c:v>1.197759507024565</c:v>
                </c:pt>
                <c:pt idx="223">
                  <c:v>1.1568181665310189</c:v>
                </c:pt>
                <c:pt idx="224">
                  <c:v>2.4264667772364468</c:v>
                </c:pt>
                <c:pt idx="225">
                  <c:v>1.7068866312272957</c:v>
                </c:pt>
                <c:pt idx="226">
                  <c:v>1.931115172940184</c:v>
                </c:pt>
                <c:pt idx="227">
                  <c:v>0.7387069110845617</c:v>
                </c:pt>
                <c:pt idx="228">
                  <c:v>1.174672738433427</c:v>
                </c:pt>
                <c:pt idx="229">
                  <c:v>0.8945036441103184</c:v>
                </c:pt>
                <c:pt idx="230">
                  <c:v>0.8517927720146714</c:v>
                </c:pt>
                <c:pt idx="231">
                  <c:v>1.2549042245119828</c:v>
                </c:pt>
                <c:pt idx="232">
                  <c:v>2.76001583680549</c:v>
                </c:pt>
                <c:pt idx="233">
                  <c:v>1.965010566326748</c:v>
                </c:pt>
                <c:pt idx="234">
                  <c:v>2.1266915988741952</c:v>
                </c:pt>
                <c:pt idx="235">
                  <c:v>1.0668021121022613</c:v>
                </c:pt>
                <c:pt idx="236">
                  <c:v>1.5268979220134118</c:v>
                </c:pt>
                <c:pt idx="237">
                  <c:v>1.1385300850228908</c:v>
                </c:pt>
                <c:pt idx="238">
                  <c:v>1.1277322921511157</c:v>
                </c:pt>
                <c:pt idx="239">
                  <c:v>2.697508277965758</c:v>
                </c:pt>
                <c:pt idx="240">
                  <c:v>7.638582145631934</c:v>
                </c:pt>
                <c:pt idx="241">
                  <c:v>5.420446425714804</c:v>
                </c:pt>
                <c:pt idx="242">
                  <c:v>5.802426802572171</c:v>
                </c:pt>
                <c:pt idx="243">
                  <c:v>1.200772403370869</c:v>
                </c:pt>
                <c:pt idx="244">
                  <c:v>2.4841395333828133</c:v>
                </c:pt>
                <c:pt idx="245">
                  <c:v>1.6592745655141876</c:v>
                </c:pt>
                <c:pt idx="246">
                  <c:v>1.4470936754005004</c:v>
                </c:pt>
                <c:pt idx="247">
                  <c:v>1.7099963491765913</c:v>
                </c:pt>
                <c:pt idx="248">
                  <c:v>2.998872800799498</c:v>
                </c:pt>
                <c:pt idx="249">
                  <c:v>2.678626688145889</c:v>
                </c:pt>
                <c:pt idx="250">
                  <c:v>2.711346275343174</c:v>
                </c:pt>
                <c:pt idx="251">
                  <c:v>1.24487226124185</c:v>
                </c:pt>
                <c:pt idx="252">
                  <c:v>1.1463923786389345</c:v>
                </c:pt>
                <c:pt idx="253">
                  <c:v>1.28026390859751</c:v>
                </c:pt>
                <c:pt idx="254">
                  <c:v>1.37546529831275</c:v>
                </c:pt>
                <c:pt idx="255">
                  <c:v>2.874700612081966</c:v>
                </c:pt>
                <c:pt idx="256">
                  <c:v>2.214364988165041</c:v>
                </c:pt>
                <c:pt idx="257">
                  <c:v>2.2590046894227465</c:v>
                </c:pt>
                <c:pt idx="258">
                  <c:v>1.157139827649361</c:v>
                </c:pt>
                <c:pt idx="259">
                  <c:v>1.5385978264938176</c:v>
                </c:pt>
                <c:pt idx="260">
                  <c:v>1.0745267631025457</c:v>
                </c:pt>
                <c:pt idx="261">
                  <c:v>1.1822705392395478</c:v>
                </c:pt>
                <c:pt idx="262">
                  <c:v>1.5024094358095703</c:v>
                </c:pt>
                <c:pt idx="263">
                  <c:v>5.369556376453045</c:v>
                </c:pt>
                <c:pt idx="264">
                  <c:v>3.0914159779614323</c:v>
                </c:pt>
                <c:pt idx="265">
                  <c:v>3.863716575574128</c:v>
                </c:pt>
                <c:pt idx="266">
                  <c:v>0.783123512233429</c:v>
                </c:pt>
                <c:pt idx="267">
                  <c:v>1.7355970549127786</c:v>
                </c:pt>
                <c:pt idx="268">
                  <c:v>1.0625654587348137</c:v>
                </c:pt>
                <c:pt idx="269">
                  <c:v>0.9326125119693583</c:v>
                </c:pt>
                <c:pt idx="270">
                  <c:v>1.417702096934324</c:v>
                </c:pt>
                <c:pt idx="271">
                  <c:v>1.811208246117043</c:v>
                </c:pt>
                <c:pt idx="272">
                  <c:v>1.6256661692602856</c:v>
                </c:pt>
                <c:pt idx="273">
                  <c:v>1.6980832286114602</c:v>
                </c:pt>
                <c:pt idx="274">
                  <c:v>1.009917650358208</c:v>
                </c:pt>
                <c:pt idx="275">
                  <c:v>0.8870279279645514</c:v>
                </c:pt>
                <c:pt idx="276">
                  <c:v>0.96777864615469</c:v>
                </c:pt>
                <c:pt idx="277">
                  <c:v>0.9008128006724556</c:v>
                </c:pt>
                <c:pt idx="278">
                  <c:v>1.475271717572392</c:v>
                </c:pt>
                <c:pt idx="279">
                  <c:v>1.0772421159800052</c:v>
                </c:pt>
                <c:pt idx="280">
                  <c:v>1.246229566273597</c:v>
                </c:pt>
                <c:pt idx="281">
                  <c:v>0.931436356966934</c:v>
                </c:pt>
                <c:pt idx="282">
                  <c:v>1.9486399126857528</c:v>
                </c:pt>
                <c:pt idx="283">
                  <c:v>1.5819135721076774</c:v>
                </c:pt>
                <c:pt idx="284">
                  <c:v>1.5462868769074265</c:v>
                </c:pt>
                <c:pt idx="285">
                  <c:v>0.8523468858367692</c:v>
                </c:pt>
                <c:pt idx="286">
                  <c:v>0.7907634438562273</c:v>
                </c:pt>
                <c:pt idx="287">
                  <c:v>0.8232384577818405</c:v>
                </c:pt>
                <c:pt idx="288">
                  <c:v>5.255461633472287</c:v>
                </c:pt>
                <c:pt idx="289">
                  <c:v>16.26496840656854</c:v>
                </c:pt>
                <c:pt idx="290">
                  <c:v>10.903340003078345</c:v>
                </c:pt>
                <c:pt idx="291">
                  <c:v>11.653232301822806</c:v>
                </c:pt>
                <c:pt idx="292">
                  <c:v>1.5142972158736754</c:v>
                </c:pt>
                <c:pt idx="293">
                  <c:v>4.024094090757583</c:v>
                </c:pt>
                <c:pt idx="294">
                  <c:v>2.515006355997892</c:v>
                </c:pt>
                <c:pt idx="295">
                  <c:v>1.9972402741921125</c:v>
                </c:pt>
                <c:pt idx="296">
                  <c:v>2.079558745675486</c:v>
                </c:pt>
                <c:pt idx="297">
                  <c:v>4.506926913367404</c:v>
                </c:pt>
                <c:pt idx="298">
                  <c:v>3.4267482745149107</c:v>
                </c:pt>
                <c:pt idx="299">
                  <c:v>3.9836537164946138</c:v>
                </c:pt>
                <c:pt idx="300">
                  <c:v>1.2922712430335617</c:v>
                </c:pt>
                <c:pt idx="301">
                  <c:v>2.199773098204689</c:v>
                </c:pt>
                <c:pt idx="302">
                  <c:v>1.4016532709942522</c:v>
                </c:pt>
                <c:pt idx="303">
                  <c:v>1.484265414833659</c:v>
                </c:pt>
                <c:pt idx="304">
                  <c:v>2.080950116207073</c:v>
                </c:pt>
                <c:pt idx="305">
                  <c:v>5.629715420251489</c:v>
                </c:pt>
                <c:pt idx="306">
                  <c:v>3.757021435826161</c:v>
                </c:pt>
                <c:pt idx="307">
                  <c:v>4.227370241106593</c:v>
                </c:pt>
                <c:pt idx="308">
                  <c:v>1.0550888243044978</c:v>
                </c:pt>
                <c:pt idx="309">
                  <c:v>2.0350318870359465</c:v>
                </c:pt>
                <c:pt idx="310">
                  <c:v>1.4816345362996248</c:v>
                </c:pt>
                <c:pt idx="311">
                  <c:v>1.287191624943104</c:v>
                </c:pt>
                <c:pt idx="312">
                  <c:v>1.5788661916905469</c:v>
                </c:pt>
                <c:pt idx="313">
                  <c:v>4.349943667976006</c:v>
                </c:pt>
                <c:pt idx="314">
                  <c:v>2.952746137363257</c:v>
                </c:pt>
                <c:pt idx="315">
                  <c:v>3.1566060068057404</c:v>
                </c:pt>
                <c:pt idx="316">
                  <c:v>1.1907033408260266</c:v>
                </c:pt>
                <c:pt idx="317">
                  <c:v>1.9160987131855425</c:v>
                </c:pt>
                <c:pt idx="318">
                  <c:v>1.2395902151189626</c:v>
                </c:pt>
                <c:pt idx="319">
                  <c:v>1.2743735015603863</c:v>
                </c:pt>
                <c:pt idx="320">
                  <c:v>3.3192608450200383</c:v>
                </c:pt>
                <c:pt idx="321">
                  <c:v>10.356802283465418</c:v>
                </c:pt>
                <c:pt idx="322">
                  <c:v>6.868035811505656</c:v>
                </c:pt>
                <c:pt idx="323">
                  <c:v>7.336958369990315</c:v>
                </c:pt>
                <c:pt idx="324">
                  <c:v>1.1472055345638406</c:v>
                </c:pt>
                <c:pt idx="325">
                  <c:v>2.747377330599399</c:v>
                </c:pt>
                <c:pt idx="326">
                  <c:v>1.866873217756816</c:v>
                </c:pt>
                <c:pt idx="327">
                  <c:v>1.4119385253913592</c:v>
                </c:pt>
                <c:pt idx="328">
                  <c:v>1.571810326909944</c:v>
                </c:pt>
                <c:pt idx="329">
                  <c:v>2.197972693421597</c:v>
                </c:pt>
                <c:pt idx="330">
                  <c:v>1.787956455463976</c:v>
                </c:pt>
                <c:pt idx="331">
                  <c:v>2.0526989935956084</c:v>
                </c:pt>
                <c:pt idx="332">
                  <c:v>1.0870722264251702</c:v>
                </c:pt>
                <c:pt idx="333">
                  <c:v>1.279635061336272</c:v>
                </c:pt>
                <c:pt idx="334">
                  <c:v>1.026562945733032</c:v>
                </c:pt>
                <c:pt idx="335">
                  <c:v>1.1063317918858704</c:v>
                </c:pt>
                <c:pt idx="336">
                  <c:v>1.2277891734239288</c:v>
                </c:pt>
                <c:pt idx="337">
                  <c:v>2.376568720379147</c:v>
                </c:pt>
                <c:pt idx="338">
                  <c:v>1.7830865325639325</c:v>
                </c:pt>
                <c:pt idx="339">
                  <c:v>2.013906657421604</c:v>
                </c:pt>
                <c:pt idx="340">
                  <c:v>0.7964524231390798</c:v>
                </c:pt>
                <c:pt idx="341">
                  <c:v>1.2046760511994163</c:v>
                </c:pt>
                <c:pt idx="342">
                  <c:v>0.8104750322247063</c:v>
                </c:pt>
                <c:pt idx="343">
                  <c:v>0.8517323293442697</c:v>
                </c:pt>
                <c:pt idx="344">
                  <c:v>1.3382597808268688</c:v>
                </c:pt>
                <c:pt idx="345">
                  <c:v>3.076050814221161</c:v>
                </c:pt>
                <c:pt idx="346">
                  <c:v>2.069730330051864</c:v>
                </c:pt>
                <c:pt idx="347">
                  <c:v>2.3204594567156387</c:v>
                </c:pt>
                <c:pt idx="348">
                  <c:v>1.0272963148736431</c:v>
                </c:pt>
                <c:pt idx="349">
                  <c:v>1.503352000160575</c:v>
                </c:pt>
                <c:pt idx="350">
                  <c:v>1.0938703844440367</c:v>
                </c:pt>
                <c:pt idx="351">
                  <c:v>1.0584869675778767</c:v>
                </c:pt>
                <c:pt idx="352">
                  <c:v>3.524763696214437</c:v>
                </c:pt>
                <c:pt idx="353">
                  <c:v>9.747217254357633</c:v>
                </c:pt>
                <c:pt idx="354">
                  <c:v>6.644958334994618</c:v>
                </c:pt>
                <c:pt idx="355">
                  <c:v>7.183228320396656</c:v>
                </c:pt>
                <c:pt idx="356">
                  <c:v>1.5825140408095983</c:v>
                </c:pt>
                <c:pt idx="357">
                  <c:v>3.191348615145676</c:v>
                </c:pt>
                <c:pt idx="358">
                  <c:v>2.039258721409948</c:v>
                </c:pt>
                <c:pt idx="359">
                  <c:v>1.786459076425548</c:v>
                </c:pt>
                <c:pt idx="360">
                  <c:v>1.893113663676253</c:v>
                </c:pt>
                <c:pt idx="361">
                  <c:v>3.417254520108441</c:v>
                </c:pt>
                <c:pt idx="362">
                  <c:v>2.6016856725254667</c:v>
                </c:pt>
                <c:pt idx="363">
                  <c:v>3.05845385222193</c:v>
                </c:pt>
                <c:pt idx="364">
                  <c:v>1.5183042271911211</c:v>
                </c:pt>
                <c:pt idx="365">
                  <c:v>1.8836121901973053</c:v>
                </c:pt>
                <c:pt idx="366">
                  <c:v>1.311328589494347</c:v>
                </c:pt>
                <c:pt idx="367">
                  <c:v>1.4067657147083568</c:v>
                </c:pt>
                <c:pt idx="368">
                  <c:v>1.6718492356187613</c:v>
                </c:pt>
                <c:pt idx="369">
                  <c:v>3.3447318654599485</c:v>
                </c:pt>
                <c:pt idx="370">
                  <c:v>2.489830351777377</c:v>
                </c:pt>
                <c:pt idx="371">
                  <c:v>2.6396294680659977</c:v>
                </c:pt>
                <c:pt idx="372">
                  <c:v>1.4453218190242412</c:v>
                </c:pt>
                <c:pt idx="373">
                  <c:v>1.7133999783463856</c:v>
                </c:pt>
                <c:pt idx="374">
                  <c:v>1.241229972665744</c:v>
                </c:pt>
                <c:pt idx="375">
                  <c:v>1.3127547586103736</c:v>
                </c:pt>
                <c:pt idx="376">
                  <c:v>1.747859762509297</c:v>
                </c:pt>
                <c:pt idx="377">
                  <c:v>5.6193115138870775</c:v>
                </c:pt>
                <c:pt idx="378">
                  <c:v>3.3384044242876554</c:v>
                </c:pt>
                <c:pt idx="379">
                  <c:v>3.859813370751194</c:v>
                </c:pt>
                <c:pt idx="380">
                  <c:v>0.9358412098298676</c:v>
                </c:pt>
                <c:pt idx="381">
                  <c:v>1.8748939120456147</c:v>
                </c:pt>
                <c:pt idx="382">
                  <c:v>1.2994452731225563</c:v>
                </c:pt>
                <c:pt idx="383">
                  <c:v>1.0522819113718864</c:v>
                </c:pt>
                <c:pt idx="384">
                  <c:v>1.5489969201449745</c:v>
                </c:pt>
                <c:pt idx="385">
                  <c:v>2.0315104547448457</c:v>
                </c:pt>
                <c:pt idx="386">
                  <c:v>1.691809582032884</c:v>
                </c:pt>
                <c:pt idx="387">
                  <c:v>1.9063095929027445</c:v>
                </c:pt>
                <c:pt idx="388">
                  <c:v>1.1447621758274875</c:v>
                </c:pt>
                <c:pt idx="389">
                  <c:v>1.1538984587488668</c:v>
                </c:pt>
                <c:pt idx="390">
                  <c:v>0.9607776284299904</c:v>
                </c:pt>
                <c:pt idx="391">
                  <c:v>0.9335834487468934</c:v>
                </c:pt>
                <c:pt idx="392">
                  <c:v>0.9695698233585678</c:v>
                </c:pt>
                <c:pt idx="393">
                  <c:v>1.7418519206555618</c:v>
                </c:pt>
                <c:pt idx="394">
                  <c:v>1.3058028160146071</c:v>
                </c:pt>
                <c:pt idx="395">
                  <c:v>1.4104947790456888</c:v>
                </c:pt>
                <c:pt idx="396">
                  <c:v>0.7133563687533614</c:v>
                </c:pt>
                <c:pt idx="397">
                  <c:v>0.9031532595651394</c:v>
                </c:pt>
                <c:pt idx="398">
                  <c:v>0.6608180683768933</c:v>
                </c:pt>
                <c:pt idx="399">
                  <c:v>0.697518851012479</c:v>
                </c:pt>
                <c:pt idx="400">
                  <c:v>1.0987787090746552</c:v>
                </c:pt>
                <c:pt idx="401">
                  <c:v>2.4831756547434645</c:v>
                </c:pt>
                <c:pt idx="402">
                  <c:v>1.6406651776497307</c:v>
                </c:pt>
                <c:pt idx="403">
                  <c:v>1.8081429763982697</c:v>
                </c:pt>
                <c:pt idx="404">
                  <c:v>0.9767901596134134</c:v>
                </c:pt>
                <c:pt idx="405">
                  <c:v>1.2803844533492703</c:v>
                </c:pt>
                <c:pt idx="406">
                  <c:v>0.8824609809331632</c:v>
                </c:pt>
                <c:pt idx="407">
                  <c:v>0.8477374117557149</c:v>
                </c:pt>
                <c:pt idx="408">
                  <c:v>10.33872740706035</c:v>
                </c:pt>
                <c:pt idx="409">
                  <c:v>25.23622239892348</c:v>
                </c:pt>
                <c:pt idx="410">
                  <c:v>20.56089449477507</c:v>
                </c:pt>
                <c:pt idx="411">
                  <c:v>18.515946790608226</c:v>
                </c:pt>
                <c:pt idx="412">
                  <c:v>2.6467838099064958</c:v>
                </c:pt>
                <c:pt idx="413">
                  <c:v>7.301359612141653</c:v>
                </c:pt>
                <c:pt idx="414">
                  <c:v>4.691764916041444</c:v>
                </c:pt>
                <c:pt idx="415">
                  <c:v>3.4852913490863906</c:v>
                </c:pt>
                <c:pt idx="416">
                  <c:v>2.7671329533959983</c:v>
                </c:pt>
                <c:pt idx="417">
                  <c:v>6.353708452117409</c:v>
                </c:pt>
                <c:pt idx="418">
                  <c:v>4.615053165612621</c:v>
                </c:pt>
                <c:pt idx="419">
                  <c:v>5.727637439837374</c:v>
                </c:pt>
                <c:pt idx="420">
                  <c:v>1.7071677732684405</c:v>
                </c:pt>
                <c:pt idx="421">
                  <c:v>2.744019118409974</c:v>
                </c:pt>
                <c:pt idx="422">
                  <c:v>1.760270576568919</c:v>
                </c:pt>
                <c:pt idx="423">
                  <c:v>1.7770600491476132</c:v>
                </c:pt>
                <c:pt idx="424">
                  <c:v>2.592824913430261</c:v>
                </c:pt>
                <c:pt idx="425">
                  <c:v>6.570976401298129</c:v>
                </c:pt>
                <c:pt idx="426">
                  <c:v>4.857972423546049</c:v>
                </c:pt>
                <c:pt idx="427">
                  <c:v>5.89336140985927</c:v>
                </c:pt>
                <c:pt idx="428">
                  <c:v>1.3849938223070877</c:v>
                </c:pt>
                <c:pt idx="429">
                  <c:v>2.572236941710825</c:v>
                </c:pt>
                <c:pt idx="430">
                  <c:v>1.9089472207040197</c:v>
                </c:pt>
                <c:pt idx="431">
                  <c:v>1.5463524323393816</c:v>
                </c:pt>
                <c:pt idx="432">
                  <c:v>2.058283623587696</c:v>
                </c:pt>
                <c:pt idx="433">
                  <c:v>5.877003018330838</c:v>
                </c:pt>
                <c:pt idx="434">
                  <c:v>4.002334925872519</c:v>
                </c:pt>
                <c:pt idx="435">
                  <c:v>4.087674884824399</c:v>
                </c:pt>
                <c:pt idx="436">
                  <c:v>1.501508599922914</c:v>
                </c:pt>
                <c:pt idx="437">
                  <c:v>2.336702135202719</c:v>
                </c:pt>
                <c:pt idx="438">
                  <c:v>1.544116351554864</c:v>
                </c:pt>
                <c:pt idx="439">
                  <c:v>1.4845564951710466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/>
                  <a:t>H1 R1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H1 R2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/ expected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TACGTA</c:v>
                </c:pt>
                <c:pt idx="1">
                  <c:v>TCCGTA</c:v>
                </c:pt>
                <c:pt idx="2">
                  <c:v>TACGGA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1.383</c:v>
                </c:pt>
                <c:pt idx="1">
                  <c:v>0.768</c:v>
                </c:pt>
                <c:pt idx="2">
                  <c:v>0.744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0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O/E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lncRNA GC</c:v>
                </c:pt>
                <c:pt idx="1">
                  <c:v>lncRNA GU</c:v>
                </c:pt>
                <c:pt idx="2">
                  <c:v>miRNA GC</c:v>
                </c:pt>
                <c:pt idx="3">
                  <c:v>miRNA GU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5.46</c:v>
                </c:pt>
                <c:pt idx="1">
                  <c:v>4.83</c:v>
                </c:pt>
                <c:pt idx="2">
                  <c:v>6.42</c:v>
                </c:pt>
                <c:pt idx="3">
                  <c:v>6.23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1st-order expectation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lncRNA GC</c:v>
                </c:pt>
                <c:pt idx="1">
                  <c:v>lncRNA GU</c:v>
                </c:pt>
                <c:pt idx="2">
                  <c:v>miRNA GC</c:v>
                </c:pt>
                <c:pt idx="3">
                  <c:v>miRNA GU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5.4578168732506995</c:v>
                </c:pt>
                <c:pt idx="1">
                  <c:v>4.828068772491004</c:v>
                </c:pt>
                <c:pt idx="2">
                  <c:v>6.42</c:v>
                </c:pt>
                <c:pt idx="3">
                  <c:v>6.23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2"/>
          <c:min val="0.0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Frequency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lncRNA O/E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AUGCAU</c:v>
                </c:pt>
                <c:pt idx="1">
                  <c:v>AGGCAU</c:v>
                </c:pt>
                <c:pt idx="2">
                  <c:v>UACGUA</c:v>
                </c:pt>
                <c:pt idx="3">
                  <c:v>UACGGA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0.885</c:v>
                </c:pt>
                <c:pt idx="1">
                  <c:v>0.92</c:v>
                </c:pt>
                <c:pt idx="2">
                  <c:v>1.251</c:v>
                </c:pt>
                <c:pt idx="3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5"/>
          <c:min val="0.0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Markov O/E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mature-miRNA hits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AUGCAU</c:v>
                </c:pt>
                <c:pt idx="1">
                  <c:v>AGGCAU</c:v>
                </c:pt>
                <c:pt idx="2">
                  <c:v>UACGUA</c:v>
                </c:pt>
                <c:pt idx="3">
                  <c:v>UACGGA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19.0</c:v>
                </c:pt>
                <c:pt idx="2">
                  <c:v>2.0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.0"/>
          <c:min val="0.0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Number of hits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lncRNA O/E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AUGCAU</c:v>
                </c:pt>
                <c:pt idx="1">
                  <c:v>AGGCAU</c:v>
                </c:pt>
                <c:pt idx="2">
                  <c:v>UACGUA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0.885</c:v>
                </c:pt>
                <c:pt idx="1">
                  <c:v>0.92</c:v>
                </c:pt>
                <c:pt idx="2">
                  <c:v>1.251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5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900"/>
                  <a:t>Markov O/E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contexts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5"/>
            <c:spPr>
              <a:solidFill>
                <a:srgbClr val="416991"/>
              </a:solidFill>
              <a:ln>
                <a:solidFill>
                  <a:srgbClr val="416991"/>
                </a:solidFill>
              </a:ln>
            </c:spPr>
          </c:marker>
          <c:xVal>
            <c:numRef>
              <c:f>Sheet1!$A$2:$A$254</c:f>
              <c:numCache>
                <c:formatCode>General</c:formatCode>
                <c:ptCount val="253"/>
                <c:pt idx="0">
                  <c:v>58.75202566471685</c:v>
                </c:pt>
                <c:pt idx="1">
                  <c:v>56.35578088654457</c:v>
                </c:pt>
                <c:pt idx="2">
                  <c:v>57.56144083484305</c:v>
                </c:pt>
                <c:pt idx="3">
                  <c:v>61.39560390120025</c:v>
                </c:pt>
                <c:pt idx="4">
                  <c:v>73.21744291349661</c:v>
                </c:pt>
                <c:pt idx="5">
                  <c:v>68.40701837058882</c:v>
                </c:pt>
                <c:pt idx="6">
                  <c:v>72.12113511224058</c:v>
                </c:pt>
                <c:pt idx="7">
                  <c:v>69.94331433154153</c:v>
                </c:pt>
                <c:pt idx="8">
                  <c:v>66.33704833068673</c:v>
                </c:pt>
                <c:pt idx="9">
                  <c:v>65.36869891275357</c:v>
                </c:pt>
                <c:pt idx="10">
                  <c:v>63.5484068799829</c:v>
                </c:pt>
                <c:pt idx="11">
                  <c:v>64.97667358676786</c:v>
                </c:pt>
                <c:pt idx="12">
                  <c:v>64.09240413217796</c:v>
                </c:pt>
                <c:pt idx="13">
                  <c:v>53.44247024624401</c:v>
                </c:pt>
                <c:pt idx="14">
                  <c:v>55.67992026030527</c:v>
                </c:pt>
                <c:pt idx="15">
                  <c:v>71.78112137969346</c:v>
                </c:pt>
                <c:pt idx="16">
                  <c:v>70.79171419499747</c:v>
                </c:pt>
                <c:pt idx="17">
                  <c:v>70.6185200995346</c:v>
                </c:pt>
                <c:pt idx="18">
                  <c:v>74.26372899051951</c:v>
                </c:pt>
                <c:pt idx="19">
                  <c:v>85.52728591805617</c:v>
                </c:pt>
                <c:pt idx="20">
                  <c:v>80.18663374340433</c:v>
                </c:pt>
                <c:pt idx="21">
                  <c:v>87.27336220383961</c:v>
                </c:pt>
                <c:pt idx="22">
                  <c:v>82.20824923777215</c:v>
                </c:pt>
                <c:pt idx="23">
                  <c:v>75.64261298215314</c:v>
                </c:pt>
                <c:pt idx="24">
                  <c:v>76.83992423660703</c:v>
                </c:pt>
                <c:pt idx="25">
                  <c:v>74.72266607839163</c:v>
                </c:pt>
                <c:pt idx="26">
                  <c:v>77.14180433443468</c:v>
                </c:pt>
                <c:pt idx="27">
                  <c:v>76.15315156804235</c:v>
                </c:pt>
                <c:pt idx="28">
                  <c:v>72.43390869950515</c:v>
                </c:pt>
                <c:pt idx="29">
                  <c:v>74.7277714498245</c:v>
                </c:pt>
                <c:pt idx="30">
                  <c:v>64.35121556693329</c:v>
                </c:pt>
                <c:pt idx="31">
                  <c:v>81.28827221809067</c:v>
                </c:pt>
                <c:pt idx="32">
                  <c:v>78.2939600979213</c:v>
                </c:pt>
                <c:pt idx="33">
                  <c:v>82.8727212174744</c:v>
                </c:pt>
                <c:pt idx="34">
                  <c:v>85.81683132530121</c:v>
                </c:pt>
                <c:pt idx="35">
                  <c:v>85.93846975983905</c:v>
                </c:pt>
                <c:pt idx="36">
                  <c:v>80.09664491303876</c:v>
                </c:pt>
                <c:pt idx="37">
                  <c:v>74.07500426714783</c:v>
                </c:pt>
                <c:pt idx="38">
                  <c:v>84.22492756705032</c:v>
                </c:pt>
                <c:pt idx="39">
                  <c:v>84.26213122877412</c:v>
                </c:pt>
                <c:pt idx="40">
                  <c:v>80.43697103571517</c:v>
                </c:pt>
                <c:pt idx="41">
                  <c:v>81.41043253781999</c:v>
                </c:pt>
                <c:pt idx="42">
                  <c:v>83.2982047113849</c:v>
                </c:pt>
                <c:pt idx="43">
                  <c:v>82.96871923423758</c:v>
                </c:pt>
                <c:pt idx="44">
                  <c:v>74.47556641963446</c:v>
                </c:pt>
                <c:pt idx="45">
                  <c:v>79.15258109758857</c:v>
                </c:pt>
                <c:pt idx="46">
                  <c:v>70.70893415898996</c:v>
                </c:pt>
                <c:pt idx="47">
                  <c:v>67.78095966162414</c:v>
                </c:pt>
                <c:pt idx="48">
                  <c:v>68.37832055418706</c:v>
                </c:pt>
                <c:pt idx="49">
                  <c:v>70.8494841714971</c:v>
                </c:pt>
                <c:pt idx="50">
                  <c:v>72.19476165730872</c:v>
                </c:pt>
                <c:pt idx="51">
                  <c:v>84.8537359812971</c:v>
                </c:pt>
                <c:pt idx="52">
                  <c:v>78.14603258360266</c:v>
                </c:pt>
                <c:pt idx="53">
                  <c:v>88.9131046522232</c:v>
                </c:pt>
                <c:pt idx="54">
                  <c:v>85.52633970424989</c:v>
                </c:pt>
                <c:pt idx="55">
                  <c:v>75.56044660264278</c:v>
                </c:pt>
                <c:pt idx="56">
                  <c:v>75.55728833164646</c:v>
                </c:pt>
                <c:pt idx="57">
                  <c:v>73.38900408938824</c:v>
                </c:pt>
                <c:pt idx="58">
                  <c:v>75.09768856447688</c:v>
                </c:pt>
                <c:pt idx="59">
                  <c:v>73.2908606690484</c:v>
                </c:pt>
                <c:pt idx="60">
                  <c:v>68.15367152217294</c:v>
                </c:pt>
                <c:pt idx="61">
                  <c:v>70.8363141860037</c:v>
                </c:pt>
                <c:pt idx="62">
                  <c:v>62.12563819095477</c:v>
                </c:pt>
                <c:pt idx="63">
                  <c:v>63.227700464475866</c:v>
                </c:pt>
                <c:pt idx="64">
                  <c:v>63.96432991677228</c:v>
                </c:pt>
                <c:pt idx="65">
                  <c:v>65.73531065551968</c:v>
                </c:pt>
                <c:pt idx="66">
                  <c:v>70.15213856039914</c:v>
                </c:pt>
                <c:pt idx="67">
                  <c:v>78.99263833647338</c:v>
                </c:pt>
                <c:pt idx="68">
                  <c:v>82.6216489530194</c:v>
                </c:pt>
                <c:pt idx="69">
                  <c:v>78.27661133930889</c:v>
                </c:pt>
                <c:pt idx="70">
                  <c:v>78.86114076350682</c:v>
                </c:pt>
                <c:pt idx="71">
                  <c:v>68.37966016951202</c:v>
                </c:pt>
                <c:pt idx="72">
                  <c:v>73.19249655103008</c:v>
                </c:pt>
                <c:pt idx="73">
                  <c:v>66.38440265711994</c:v>
                </c:pt>
                <c:pt idx="74">
                  <c:v>74.52122385628448</c:v>
                </c:pt>
                <c:pt idx="75">
                  <c:v>71.05832159134741</c:v>
                </c:pt>
                <c:pt idx="76">
                  <c:v>66.01693661103346</c:v>
                </c:pt>
                <c:pt idx="77">
                  <c:v>61.880735382661264</c:v>
                </c:pt>
                <c:pt idx="78">
                  <c:v>56.39667436154216</c:v>
                </c:pt>
                <c:pt idx="79">
                  <c:v>70.98039546281707</c:v>
                </c:pt>
                <c:pt idx="80">
                  <c:v>70.69186739350913</c:v>
                </c:pt>
                <c:pt idx="81">
                  <c:v>70.4687715094865</c:v>
                </c:pt>
                <c:pt idx="82">
                  <c:v>73.00268481625254</c:v>
                </c:pt>
                <c:pt idx="83">
                  <c:v>78.75262659227288</c:v>
                </c:pt>
                <c:pt idx="84">
                  <c:v>82.87247237035929</c:v>
                </c:pt>
                <c:pt idx="85">
                  <c:v>66.34959886083423</c:v>
                </c:pt>
                <c:pt idx="86">
                  <c:v>80.76293746583741</c:v>
                </c:pt>
                <c:pt idx="87">
                  <c:v>71.5984136031158</c:v>
                </c:pt>
                <c:pt idx="88">
                  <c:v>79.89913308677359</c:v>
                </c:pt>
                <c:pt idx="89">
                  <c:v>74.37093368059944</c:v>
                </c:pt>
                <c:pt idx="90">
                  <c:v>75.39952333006207</c:v>
                </c:pt>
                <c:pt idx="91">
                  <c:v>75.16267859014218</c:v>
                </c:pt>
                <c:pt idx="92">
                  <c:v>77.88910594416997</c:v>
                </c:pt>
                <c:pt idx="93">
                  <c:v>66.0997255491116</c:v>
                </c:pt>
                <c:pt idx="94">
                  <c:v>63.4230177865258</c:v>
                </c:pt>
                <c:pt idx="95">
                  <c:v>77.56481568333177</c:v>
                </c:pt>
                <c:pt idx="96">
                  <c:v>75.20568019093079</c:v>
                </c:pt>
                <c:pt idx="97">
                  <c:v>74.11483985192339</c:v>
                </c:pt>
                <c:pt idx="98">
                  <c:v>88.86187802576833</c:v>
                </c:pt>
                <c:pt idx="99">
                  <c:v>78.38765805447812</c:v>
                </c:pt>
                <c:pt idx="100">
                  <c:v>86.82920535830407</c:v>
                </c:pt>
                <c:pt idx="101">
                  <c:v>66.41463752458517</c:v>
                </c:pt>
                <c:pt idx="102">
                  <c:v>74.65960112503195</c:v>
                </c:pt>
                <c:pt idx="103">
                  <c:v>71.57236257276404</c:v>
                </c:pt>
                <c:pt idx="104">
                  <c:v>69.93530881058061</c:v>
                </c:pt>
                <c:pt idx="105">
                  <c:v>65.45205008593175</c:v>
                </c:pt>
                <c:pt idx="106">
                  <c:v>87.33406436565541</c:v>
                </c:pt>
                <c:pt idx="107">
                  <c:v>82.13158664249372</c:v>
                </c:pt>
                <c:pt idx="108">
                  <c:v>76.37424402152804</c:v>
                </c:pt>
                <c:pt idx="109">
                  <c:v>77.99306604628678</c:v>
                </c:pt>
                <c:pt idx="110">
                  <c:v>72.44585641359835</c:v>
                </c:pt>
                <c:pt idx="111">
                  <c:v>73.31602357577141</c:v>
                </c:pt>
                <c:pt idx="112">
                  <c:v>66.08383850031298</c:v>
                </c:pt>
                <c:pt idx="113">
                  <c:v>62.85905093117613</c:v>
                </c:pt>
                <c:pt idx="114">
                  <c:v>73.00534627405823</c:v>
                </c:pt>
                <c:pt idx="115">
                  <c:v>77.23852926018229</c:v>
                </c:pt>
                <c:pt idx="116">
                  <c:v>76.16545075962057</c:v>
                </c:pt>
                <c:pt idx="117">
                  <c:v>74.21293349429324</c:v>
                </c:pt>
                <c:pt idx="118">
                  <c:v>81.9164222824418</c:v>
                </c:pt>
                <c:pt idx="119">
                  <c:v>70.27104564195459</c:v>
                </c:pt>
                <c:pt idx="120">
                  <c:v>80.86258957488268</c:v>
                </c:pt>
                <c:pt idx="121">
                  <c:v>71.27535548957947</c:v>
                </c:pt>
                <c:pt idx="122">
                  <c:v>71.47405726645708</c:v>
                </c:pt>
                <c:pt idx="123">
                  <c:v>69.49255606137245</c:v>
                </c:pt>
                <c:pt idx="124">
                  <c:v>67.44670326616564</c:v>
                </c:pt>
                <c:pt idx="125">
                  <c:v>67.9377260480132</c:v>
                </c:pt>
                <c:pt idx="126">
                  <c:v>58.10618593870719</c:v>
                </c:pt>
                <c:pt idx="127">
                  <c:v>66.66948380874011</c:v>
                </c:pt>
                <c:pt idx="128">
                  <c:v>63.80869844149236</c:v>
                </c:pt>
                <c:pt idx="129">
                  <c:v>65.82973457128487</c:v>
                </c:pt>
                <c:pt idx="130">
                  <c:v>66.80755535157549</c:v>
                </c:pt>
                <c:pt idx="131">
                  <c:v>78.25562156306707</c:v>
                </c:pt>
                <c:pt idx="132">
                  <c:v>71.21228684580892</c:v>
                </c:pt>
                <c:pt idx="133">
                  <c:v>75.15045317220543</c:v>
                </c:pt>
                <c:pt idx="134">
                  <c:v>73.45832811478033</c:v>
                </c:pt>
                <c:pt idx="135">
                  <c:v>77.39618853966125</c:v>
                </c:pt>
                <c:pt idx="136">
                  <c:v>71.708082026538</c:v>
                </c:pt>
                <c:pt idx="137">
                  <c:v>77.29076776783235</c:v>
                </c:pt>
                <c:pt idx="138">
                  <c:v>73.04003071098983</c:v>
                </c:pt>
                <c:pt idx="139">
                  <c:v>70.51001239263279</c:v>
                </c:pt>
                <c:pt idx="140">
                  <c:v>60.578217402355335</c:v>
                </c:pt>
                <c:pt idx="141">
                  <c:v>65.31200777463651</c:v>
                </c:pt>
                <c:pt idx="142">
                  <c:v>53.035161637617485</c:v>
                </c:pt>
                <c:pt idx="143">
                  <c:v>73.83062266321542</c:v>
                </c:pt>
                <c:pt idx="144">
                  <c:v>69.32018347651987</c:v>
                </c:pt>
                <c:pt idx="145">
                  <c:v>78.71742388836961</c:v>
                </c:pt>
                <c:pt idx="146">
                  <c:v>74.03551575361328</c:v>
                </c:pt>
                <c:pt idx="147">
                  <c:v>79.75828446400631</c:v>
                </c:pt>
                <c:pt idx="148">
                  <c:v>75.8930846157225</c:v>
                </c:pt>
                <c:pt idx="149">
                  <c:v>66.07022232814681</c:v>
                </c:pt>
                <c:pt idx="150">
                  <c:v>78.83167608379185</c:v>
                </c:pt>
                <c:pt idx="151">
                  <c:v>76.16005547850207</c:v>
                </c:pt>
                <c:pt idx="152">
                  <c:v>72.60620130590695</c:v>
                </c:pt>
                <c:pt idx="153">
                  <c:v>77.64119989931743</c:v>
                </c:pt>
                <c:pt idx="154">
                  <c:v>76.40897818715521</c:v>
                </c:pt>
                <c:pt idx="155">
                  <c:v>76.42144848319212</c:v>
                </c:pt>
                <c:pt idx="156">
                  <c:v>70.45464260964674</c:v>
                </c:pt>
                <c:pt idx="157">
                  <c:v>71.51688525732747</c:v>
                </c:pt>
                <c:pt idx="158">
                  <c:v>64.1142437545648</c:v>
                </c:pt>
                <c:pt idx="159">
                  <c:v>80.62163922225324</c:v>
                </c:pt>
                <c:pt idx="160">
                  <c:v>79.78932962926895</c:v>
                </c:pt>
                <c:pt idx="161">
                  <c:v>76.38417327696766</c:v>
                </c:pt>
                <c:pt idx="162">
                  <c:v>78.22366503059709</c:v>
                </c:pt>
                <c:pt idx="163">
                  <c:v>87.59114159973512</c:v>
                </c:pt>
                <c:pt idx="164">
                  <c:v>82.03060784985365</c:v>
                </c:pt>
                <c:pt idx="165">
                  <c:v>86.42084682660322</c:v>
                </c:pt>
                <c:pt idx="166">
                  <c:v>80.06679491565907</c:v>
                </c:pt>
                <c:pt idx="167">
                  <c:v>87.78664014280086</c:v>
                </c:pt>
                <c:pt idx="168">
                  <c:v>78.27744301678727</c:v>
                </c:pt>
                <c:pt idx="169">
                  <c:v>79.03874192924982</c:v>
                </c:pt>
                <c:pt idx="170">
                  <c:v>81.61797657921406</c:v>
                </c:pt>
                <c:pt idx="171">
                  <c:v>82.3135875789239</c:v>
                </c:pt>
                <c:pt idx="172">
                  <c:v>72.31058582732197</c:v>
                </c:pt>
                <c:pt idx="173">
                  <c:v>82.76094376845367</c:v>
                </c:pt>
                <c:pt idx="174">
                  <c:v>68.9841912695308</c:v>
                </c:pt>
                <c:pt idx="175">
                  <c:v>66.48064992911509</c:v>
                </c:pt>
                <c:pt idx="176">
                  <c:v>63.33865536890402</c:v>
                </c:pt>
                <c:pt idx="177">
                  <c:v>65.00490161030213</c:v>
                </c:pt>
                <c:pt idx="178">
                  <c:v>67.81717947237776</c:v>
                </c:pt>
                <c:pt idx="179">
                  <c:v>78.93938273679494</c:v>
                </c:pt>
                <c:pt idx="180">
                  <c:v>79.3486512655709</c:v>
                </c:pt>
                <c:pt idx="181">
                  <c:v>73.5610625202462</c:v>
                </c:pt>
                <c:pt idx="182">
                  <c:v>77.66450704225352</c:v>
                </c:pt>
                <c:pt idx="183">
                  <c:v>73.29136027319294</c:v>
                </c:pt>
                <c:pt idx="184">
                  <c:v>70.33996551687663</c:v>
                </c:pt>
                <c:pt idx="185">
                  <c:v>68.55649416035068</c:v>
                </c:pt>
                <c:pt idx="186">
                  <c:v>70.82597703815378</c:v>
                </c:pt>
                <c:pt idx="187">
                  <c:v>70.96134398543764</c:v>
                </c:pt>
                <c:pt idx="188">
                  <c:v>64.59997029793456</c:v>
                </c:pt>
                <c:pt idx="189">
                  <c:v>63.54349780299598</c:v>
                </c:pt>
                <c:pt idx="190">
                  <c:v>56.46816451506124</c:v>
                </c:pt>
                <c:pt idx="191">
                  <c:v>70.93721806111158</c:v>
                </c:pt>
                <c:pt idx="192">
                  <c:v>71.5443604813882</c:v>
                </c:pt>
                <c:pt idx="193">
                  <c:v>69.43976418175423</c:v>
                </c:pt>
                <c:pt idx="194">
                  <c:v>72.781210984227</c:v>
                </c:pt>
                <c:pt idx="195">
                  <c:v>84.10443793902706</c:v>
                </c:pt>
                <c:pt idx="196">
                  <c:v>82.70487965543451</c:v>
                </c:pt>
                <c:pt idx="197">
                  <c:v>82.41262670141906</c:v>
                </c:pt>
                <c:pt idx="198">
                  <c:v>82.64246211425039</c:v>
                </c:pt>
                <c:pt idx="199">
                  <c:v>75.71236136519552</c:v>
                </c:pt>
                <c:pt idx="200">
                  <c:v>78.37247021515559</c:v>
                </c:pt>
                <c:pt idx="201">
                  <c:v>75.60936832207881</c:v>
                </c:pt>
                <c:pt idx="202">
                  <c:v>77.1235581939705</c:v>
                </c:pt>
                <c:pt idx="203">
                  <c:v>71.40393584638603</c:v>
                </c:pt>
                <c:pt idx="204">
                  <c:v>71.10357981903189</c:v>
                </c:pt>
                <c:pt idx="205">
                  <c:v>64.47468840859646</c:v>
                </c:pt>
                <c:pt idx="206">
                  <c:v>73.08464287591318</c:v>
                </c:pt>
                <c:pt idx="207">
                  <c:v>74.15668818161585</c:v>
                </c:pt>
                <c:pt idx="208">
                  <c:v>70.34294070845053</c:v>
                </c:pt>
                <c:pt idx="209">
                  <c:v>75.2181485981395</c:v>
                </c:pt>
                <c:pt idx="210">
                  <c:v>82.27881689201395</c:v>
                </c:pt>
                <c:pt idx="211">
                  <c:v>87.10882146860986</c:v>
                </c:pt>
                <c:pt idx="212">
                  <c:v>70.96394842256075</c:v>
                </c:pt>
                <c:pt idx="213">
                  <c:v>83.54903812184861</c:v>
                </c:pt>
                <c:pt idx="214">
                  <c:v>74.94909061230639</c:v>
                </c:pt>
                <c:pt idx="215">
                  <c:v>78.09255693656154</c:v>
                </c:pt>
                <c:pt idx="216">
                  <c:v>71.8868777585483</c:v>
                </c:pt>
                <c:pt idx="217">
                  <c:v>76.70684687660574</c:v>
                </c:pt>
                <c:pt idx="218">
                  <c:v>78.53621340523883</c:v>
                </c:pt>
                <c:pt idx="219">
                  <c:v>68.15601573364712</c:v>
                </c:pt>
                <c:pt idx="220">
                  <c:v>66.50108111415953</c:v>
                </c:pt>
                <c:pt idx="221">
                  <c:v>79.81960174144612</c:v>
                </c:pt>
                <c:pt idx="222">
                  <c:v>79.40841312016126</c:v>
                </c:pt>
                <c:pt idx="223">
                  <c:v>77.25365846949441</c:v>
                </c:pt>
                <c:pt idx="224">
                  <c:v>84.33708530805687</c:v>
                </c:pt>
                <c:pt idx="225">
                  <c:v>87.16249671325419</c:v>
                </c:pt>
                <c:pt idx="226">
                  <c:v>87.77978200741056</c:v>
                </c:pt>
                <c:pt idx="227">
                  <c:v>78.17008021846732</c:v>
                </c:pt>
                <c:pt idx="228">
                  <c:v>85.78386086246387</c:v>
                </c:pt>
                <c:pt idx="229">
                  <c:v>82.6299570786441</c:v>
                </c:pt>
                <c:pt idx="230">
                  <c:v>81.50773898088926</c:v>
                </c:pt>
                <c:pt idx="231">
                  <c:v>79.0168857497223</c:v>
                </c:pt>
                <c:pt idx="232">
                  <c:v>86.10523796666749</c:v>
                </c:pt>
                <c:pt idx="233">
                  <c:v>83.87203533952903</c:v>
                </c:pt>
                <c:pt idx="234">
                  <c:v>78.77129190044597</c:v>
                </c:pt>
                <c:pt idx="235">
                  <c:v>78.6485971460535</c:v>
                </c:pt>
                <c:pt idx="236">
                  <c:v>73.12307250313414</c:v>
                </c:pt>
                <c:pt idx="237">
                  <c:v>66.95407921729525</c:v>
                </c:pt>
                <c:pt idx="238">
                  <c:v>66.86088914717419</c:v>
                </c:pt>
                <c:pt idx="239">
                  <c:v>72.45867203798288</c:v>
                </c:pt>
                <c:pt idx="240">
                  <c:v>67.74527488711675</c:v>
                </c:pt>
                <c:pt idx="241">
                  <c:v>79.6948321331147</c:v>
                </c:pt>
                <c:pt idx="242">
                  <c:v>81.16581138592487</c:v>
                </c:pt>
                <c:pt idx="243">
                  <c:v>77.67287990893568</c:v>
                </c:pt>
                <c:pt idx="244">
                  <c:v>80.55788859563829</c:v>
                </c:pt>
                <c:pt idx="245">
                  <c:v>72.6627655993188</c:v>
                </c:pt>
                <c:pt idx="246">
                  <c:v>75.3333949061999</c:v>
                </c:pt>
                <c:pt idx="247">
                  <c:v>70.83882849439708</c:v>
                </c:pt>
                <c:pt idx="248">
                  <c:v>72.41529296712709</c:v>
                </c:pt>
                <c:pt idx="249">
                  <c:v>70.26485428563768</c:v>
                </c:pt>
                <c:pt idx="250">
                  <c:v>67.77551842158245</c:v>
                </c:pt>
                <c:pt idx="251">
                  <c:v>62.94607753118491</c:v>
                </c:pt>
                <c:pt idx="252">
                  <c:v>59.16211932084143</c:v>
                </c:pt>
              </c:numCache>
            </c:numRef>
          </c:xVal>
          <c:yVal>
            <c:numRef>
              <c:f>Sheet1!$B$2:$B$254</c:f>
              <c:numCache>
                <c:formatCode>General</c:formatCode>
                <c:ptCount val="253"/>
                <c:pt idx="0">
                  <c:v>71.54911640723559</c:v>
                </c:pt>
                <c:pt idx="1">
                  <c:v>67.61413418385152</c:v>
                </c:pt>
                <c:pt idx="2">
                  <c:v>66.64675088309833</c:v>
                </c:pt>
                <c:pt idx="3">
                  <c:v>74.81176709754513</c:v>
                </c:pt>
                <c:pt idx="4">
                  <c:v>82.45600902897979</c:v>
                </c:pt>
                <c:pt idx="5">
                  <c:v>76.37904275818968</c:v>
                </c:pt>
                <c:pt idx="6">
                  <c:v>78.42182613082227</c:v>
                </c:pt>
                <c:pt idx="7">
                  <c:v>79.3167152913466</c:v>
                </c:pt>
                <c:pt idx="8">
                  <c:v>78.93709666528403</c:v>
                </c:pt>
                <c:pt idx="9">
                  <c:v>74.60845291376367</c:v>
                </c:pt>
                <c:pt idx="10">
                  <c:v>73.50679835955032</c:v>
                </c:pt>
                <c:pt idx="11">
                  <c:v>73.78014466205113</c:v>
                </c:pt>
                <c:pt idx="12">
                  <c:v>75.20844404840147</c:v>
                </c:pt>
                <c:pt idx="13">
                  <c:v>66.63201517415794</c:v>
                </c:pt>
                <c:pt idx="14">
                  <c:v>65.2020757057161</c:v>
                </c:pt>
                <c:pt idx="15">
                  <c:v>82.59101037793718</c:v>
                </c:pt>
                <c:pt idx="16">
                  <c:v>80.48431401723684</c:v>
                </c:pt>
                <c:pt idx="17">
                  <c:v>78.22084059068534</c:v>
                </c:pt>
                <c:pt idx="18">
                  <c:v>84.23012150533663</c:v>
                </c:pt>
                <c:pt idx="19">
                  <c:v>88.7829897922989</c:v>
                </c:pt>
                <c:pt idx="20">
                  <c:v>83.4698319327731</c:v>
                </c:pt>
                <c:pt idx="21">
                  <c:v>87.81787463825522</c:v>
                </c:pt>
                <c:pt idx="22">
                  <c:v>85.41777518313108</c:v>
                </c:pt>
                <c:pt idx="23">
                  <c:v>82.05604940006675</c:v>
                </c:pt>
                <c:pt idx="24">
                  <c:v>81.44064746737016</c:v>
                </c:pt>
                <c:pt idx="25">
                  <c:v>79.19499021075666</c:v>
                </c:pt>
                <c:pt idx="26">
                  <c:v>82.69215630535085</c:v>
                </c:pt>
                <c:pt idx="27">
                  <c:v>83.60098707599649</c:v>
                </c:pt>
                <c:pt idx="28">
                  <c:v>80.41190929153032</c:v>
                </c:pt>
                <c:pt idx="29">
                  <c:v>80.1194124186658</c:v>
                </c:pt>
                <c:pt idx="30">
                  <c:v>72.92332554121354</c:v>
                </c:pt>
                <c:pt idx="31">
                  <c:v>86.60615287480397</c:v>
                </c:pt>
                <c:pt idx="32">
                  <c:v>83.5591559346787</c:v>
                </c:pt>
                <c:pt idx="33">
                  <c:v>86.25918176433794</c:v>
                </c:pt>
                <c:pt idx="34">
                  <c:v>90.94053489319931</c:v>
                </c:pt>
                <c:pt idx="35">
                  <c:v>87.85112722398245</c:v>
                </c:pt>
                <c:pt idx="36">
                  <c:v>82.64863531432539</c:v>
                </c:pt>
                <c:pt idx="37">
                  <c:v>74.00027172682397</c:v>
                </c:pt>
                <c:pt idx="38">
                  <c:v>86.41223996502868</c:v>
                </c:pt>
                <c:pt idx="39">
                  <c:v>87.68936383172893</c:v>
                </c:pt>
                <c:pt idx="40">
                  <c:v>82.93491354875283</c:v>
                </c:pt>
                <c:pt idx="41">
                  <c:v>83.77293197131058</c:v>
                </c:pt>
                <c:pt idx="42">
                  <c:v>86.28047603507773</c:v>
                </c:pt>
                <c:pt idx="43">
                  <c:v>87.62273774672603</c:v>
                </c:pt>
                <c:pt idx="44">
                  <c:v>81.30592251541003</c:v>
                </c:pt>
                <c:pt idx="45">
                  <c:v>83.20183019827148</c:v>
                </c:pt>
                <c:pt idx="46">
                  <c:v>79.63805446340689</c:v>
                </c:pt>
                <c:pt idx="47">
                  <c:v>82.46553770717313</c:v>
                </c:pt>
                <c:pt idx="48">
                  <c:v>79.64090421525891</c:v>
                </c:pt>
                <c:pt idx="49">
                  <c:v>81.34415813092387</c:v>
                </c:pt>
                <c:pt idx="50">
                  <c:v>84.36716750209118</c:v>
                </c:pt>
                <c:pt idx="51">
                  <c:v>89.97972112418276</c:v>
                </c:pt>
                <c:pt idx="52">
                  <c:v>85.84279786266485</c:v>
                </c:pt>
                <c:pt idx="53">
                  <c:v>91.2337180444787</c:v>
                </c:pt>
                <c:pt idx="54">
                  <c:v>90.46710435441996</c:v>
                </c:pt>
                <c:pt idx="55">
                  <c:v>85.51910044228849</c:v>
                </c:pt>
                <c:pt idx="56">
                  <c:v>84.73134915432018</c:v>
                </c:pt>
                <c:pt idx="57">
                  <c:v>82.26418761441624</c:v>
                </c:pt>
                <c:pt idx="58">
                  <c:v>84.76774414387744</c:v>
                </c:pt>
                <c:pt idx="59">
                  <c:v>82.98916573583249</c:v>
                </c:pt>
                <c:pt idx="60">
                  <c:v>80.19681609314401</c:v>
                </c:pt>
                <c:pt idx="61">
                  <c:v>80.32293578653888</c:v>
                </c:pt>
                <c:pt idx="62">
                  <c:v>74.70130284233863</c:v>
                </c:pt>
                <c:pt idx="63">
                  <c:v>74.44723888496824</c:v>
                </c:pt>
                <c:pt idx="64">
                  <c:v>73.77988419132228</c:v>
                </c:pt>
                <c:pt idx="65">
                  <c:v>73.34120834394865</c:v>
                </c:pt>
                <c:pt idx="66">
                  <c:v>80.54550673838158</c:v>
                </c:pt>
                <c:pt idx="67">
                  <c:v>84.6028994577973</c:v>
                </c:pt>
                <c:pt idx="68">
                  <c:v>86.37077371822274</c:v>
                </c:pt>
                <c:pt idx="69">
                  <c:v>82.4631894727689</c:v>
                </c:pt>
                <c:pt idx="70">
                  <c:v>83.06415125839976</c:v>
                </c:pt>
                <c:pt idx="71">
                  <c:v>78.25856569768591</c:v>
                </c:pt>
                <c:pt idx="72">
                  <c:v>79.23045193038318</c:v>
                </c:pt>
                <c:pt idx="73">
                  <c:v>72.88298174586264</c:v>
                </c:pt>
                <c:pt idx="74">
                  <c:v>80.38171438884943</c:v>
                </c:pt>
                <c:pt idx="75">
                  <c:v>79.43563243513286</c:v>
                </c:pt>
                <c:pt idx="76">
                  <c:v>75.19409958167104</c:v>
                </c:pt>
                <c:pt idx="77">
                  <c:v>69.18738342726365</c:v>
                </c:pt>
                <c:pt idx="78">
                  <c:v>65.65232388330263</c:v>
                </c:pt>
                <c:pt idx="79">
                  <c:v>80.79907342983692</c:v>
                </c:pt>
                <c:pt idx="80">
                  <c:v>78.6283893360462</c:v>
                </c:pt>
                <c:pt idx="81">
                  <c:v>78.63131240193762</c:v>
                </c:pt>
                <c:pt idx="82">
                  <c:v>82.5532732255367</c:v>
                </c:pt>
                <c:pt idx="83">
                  <c:v>82.81964575675164</c:v>
                </c:pt>
                <c:pt idx="84">
                  <c:v>85.13679193319771</c:v>
                </c:pt>
                <c:pt idx="85">
                  <c:v>68.09289134780789</c:v>
                </c:pt>
                <c:pt idx="86">
                  <c:v>83.52485683691047</c:v>
                </c:pt>
                <c:pt idx="87">
                  <c:v>78.66050344620918</c:v>
                </c:pt>
                <c:pt idx="88">
                  <c:v>83.72657370818756</c:v>
                </c:pt>
                <c:pt idx="89">
                  <c:v>80.74301436273689</c:v>
                </c:pt>
                <c:pt idx="90">
                  <c:v>80.05629141072798</c:v>
                </c:pt>
                <c:pt idx="91">
                  <c:v>81.8342293064399</c:v>
                </c:pt>
                <c:pt idx="92">
                  <c:v>84.09322100666307</c:v>
                </c:pt>
                <c:pt idx="93">
                  <c:v>72.8590683805456</c:v>
                </c:pt>
                <c:pt idx="94">
                  <c:v>73.25640208943814</c:v>
                </c:pt>
                <c:pt idx="95">
                  <c:v>81.53823766454732</c:v>
                </c:pt>
                <c:pt idx="96">
                  <c:v>79.62357812159512</c:v>
                </c:pt>
                <c:pt idx="97">
                  <c:v>78.08782923480214</c:v>
                </c:pt>
                <c:pt idx="98">
                  <c:v>91.38705213604484</c:v>
                </c:pt>
                <c:pt idx="99">
                  <c:v>78.60859932715188</c:v>
                </c:pt>
                <c:pt idx="100">
                  <c:v>87.41029812385086</c:v>
                </c:pt>
                <c:pt idx="101">
                  <c:v>65.48214896214897</c:v>
                </c:pt>
                <c:pt idx="102">
                  <c:v>75.05567970642892</c:v>
                </c:pt>
                <c:pt idx="103">
                  <c:v>73.10180983537357</c:v>
                </c:pt>
                <c:pt idx="104">
                  <c:v>70.87063084719335</c:v>
                </c:pt>
                <c:pt idx="105">
                  <c:v>66.51204916233814</c:v>
                </c:pt>
                <c:pt idx="106">
                  <c:v>88.22728158176683</c:v>
                </c:pt>
                <c:pt idx="107">
                  <c:v>85.33196143654507</c:v>
                </c:pt>
                <c:pt idx="108">
                  <c:v>80.0782865963468</c:v>
                </c:pt>
                <c:pt idx="109">
                  <c:v>82.29352969856885</c:v>
                </c:pt>
                <c:pt idx="110">
                  <c:v>78.86240988671473</c:v>
                </c:pt>
                <c:pt idx="111">
                  <c:v>81.06956655869196</c:v>
                </c:pt>
                <c:pt idx="112">
                  <c:v>73.9697952002029</c:v>
                </c:pt>
                <c:pt idx="113">
                  <c:v>70.3565846330017</c:v>
                </c:pt>
                <c:pt idx="114">
                  <c:v>81.9106421215557</c:v>
                </c:pt>
                <c:pt idx="115">
                  <c:v>82.98581774084148</c:v>
                </c:pt>
                <c:pt idx="116">
                  <c:v>80.66812354738273</c:v>
                </c:pt>
                <c:pt idx="117">
                  <c:v>77.58031691388649</c:v>
                </c:pt>
                <c:pt idx="118">
                  <c:v>85.29472849506527</c:v>
                </c:pt>
                <c:pt idx="119">
                  <c:v>79.3973543120403</c:v>
                </c:pt>
                <c:pt idx="120">
                  <c:v>85.27102679983237</c:v>
                </c:pt>
                <c:pt idx="121">
                  <c:v>78.75162681393573</c:v>
                </c:pt>
                <c:pt idx="122">
                  <c:v>78.82816760193772</c:v>
                </c:pt>
                <c:pt idx="123">
                  <c:v>77.57099324589453</c:v>
                </c:pt>
                <c:pt idx="124">
                  <c:v>76.29124425058534</c:v>
                </c:pt>
                <c:pt idx="125">
                  <c:v>73.93094457358518</c:v>
                </c:pt>
                <c:pt idx="126">
                  <c:v>66.44686949632373</c:v>
                </c:pt>
                <c:pt idx="127">
                  <c:v>79.95699647795895</c:v>
                </c:pt>
                <c:pt idx="128">
                  <c:v>76.27677281645501</c:v>
                </c:pt>
                <c:pt idx="129">
                  <c:v>75.60469056879886</c:v>
                </c:pt>
                <c:pt idx="130">
                  <c:v>79.61871098626716</c:v>
                </c:pt>
                <c:pt idx="131">
                  <c:v>84.61939309524132</c:v>
                </c:pt>
                <c:pt idx="132">
                  <c:v>79.076875</c:v>
                </c:pt>
                <c:pt idx="133">
                  <c:v>78.52597322551219</c:v>
                </c:pt>
                <c:pt idx="134">
                  <c:v>80.4561990057816</c:v>
                </c:pt>
                <c:pt idx="135">
                  <c:v>85.22313803006004</c:v>
                </c:pt>
                <c:pt idx="136">
                  <c:v>79.11976882435847</c:v>
                </c:pt>
                <c:pt idx="137">
                  <c:v>82.89546164786144</c:v>
                </c:pt>
                <c:pt idx="138">
                  <c:v>80.7378444325418</c:v>
                </c:pt>
                <c:pt idx="139">
                  <c:v>81.72048851281964</c:v>
                </c:pt>
                <c:pt idx="140">
                  <c:v>73.20496648611214</c:v>
                </c:pt>
                <c:pt idx="141">
                  <c:v>74.42635971886922</c:v>
                </c:pt>
                <c:pt idx="142">
                  <c:v>65.88028504380655</c:v>
                </c:pt>
                <c:pt idx="143">
                  <c:v>83.78369128934582</c:v>
                </c:pt>
                <c:pt idx="144">
                  <c:v>79.52066785540606</c:v>
                </c:pt>
                <c:pt idx="145">
                  <c:v>84.24295659196201</c:v>
                </c:pt>
                <c:pt idx="146">
                  <c:v>83.73562509327894</c:v>
                </c:pt>
                <c:pt idx="147">
                  <c:v>83.42496219143331</c:v>
                </c:pt>
                <c:pt idx="148">
                  <c:v>78.73223597696459</c:v>
                </c:pt>
                <c:pt idx="149">
                  <c:v>66.70209155123383</c:v>
                </c:pt>
                <c:pt idx="150">
                  <c:v>81.59176141855438</c:v>
                </c:pt>
                <c:pt idx="151">
                  <c:v>81.44117236288183</c:v>
                </c:pt>
                <c:pt idx="152">
                  <c:v>76.86646003121207</c:v>
                </c:pt>
                <c:pt idx="153">
                  <c:v>81.72756751093533</c:v>
                </c:pt>
                <c:pt idx="154">
                  <c:v>80.95743734482787</c:v>
                </c:pt>
                <c:pt idx="155">
                  <c:v>83.18852009252784</c:v>
                </c:pt>
                <c:pt idx="156">
                  <c:v>78.27235039941324</c:v>
                </c:pt>
                <c:pt idx="157">
                  <c:v>77.74520180860986</c:v>
                </c:pt>
                <c:pt idx="158">
                  <c:v>73.30893135455935</c:v>
                </c:pt>
                <c:pt idx="159">
                  <c:v>87.05168633615621</c:v>
                </c:pt>
                <c:pt idx="160">
                  <c:v>86.34077032136106</c:v>
                </c:pt>
                <c:pt idx="161">
                  <c:v>80.80392299939345</c:v>
                </c:pt>
                <c:pt idx="162">
                  <c:v>85.78340532683686</c:v>
                </c:pt>
                <c:pt idx="163">
                  <c:v>89.78081416930338</c:v>
                </c:pt>
                <c:pt idx="164">
                  <c:v>86.30882793952267</c:v>
                </c:pt>
                <c:pt idx="165">
                  <c:v>86.66001162149679</c:v>
                </c:pt>
                <c:pt idx="166">
                  <c:v>82.22226336749065</c:v>
                </c:pt>
                <c:pt idx="167">
                  <c:v>90.30194476559794</c:v>
                </c:pt>
                <c:pt idx="168">
                  <c:v>80.76156230964352</c:v>
                </c:pt>
                <c:pt idx="169">
                  <c:v>83.35992350563613</c:v>
                </c:pt>
                <c:pt idx="170">
                  <c:v>84.49555141594766</c:v>
                </c:pt>
                <c:pt idx="171">
                  <c:v>87.4439312418404</c:v>
                </c:pt>
                <c:pt idx="172">
                  <c:v>79.79056611196349</c:v>
                </c:pt>
                <c:pt idx="173">
                  <c:v>86.4508115591622</c:v>
                </c:pt>
                <c:pt idx="174">
                  <c:v>76.2685400176554</c:v>
                </c:pt>
                <c:pt idx="175">
                  <c:v>78.86128759632115</c:v>
                </c:pt>
                <c:pt idx="176">
                  <c:v>75.56781242638931</c:v>
                </c:pt>
                <c:pt idx="177">
                  <c:v>72.71280977419876</c:v>
                </c:pt>
                <c:pt idx="178">
                  <c:v>78.59443186086482</c:v>
                </c:pt>
                <c:pt idx="179">
                  <c:v>84.60655469159532</c:v>
                </c:pt>
                <c:pt idx="180">
                  <c:v>85.83391050267842</c:v>
                </c:pt>
                <c:pt idx="181">
                  <c:v>77.7270537525355</c:v>
                </c:pt>
                <c:pt idx="182">
                  <c:v>82.31797054899862</c:v>
                </c:pt>
                <c:pt idx="183">
                  <c:v>81.65813912154806</c:v>
                </c:pt>
                <c:pt idx="184">
                  <c:v>79.90745003396981</c:v>
                </c:pt>
                <c:pt idx="185">
                  <c:v>76.47952041146516</c:v>
                </c:pt>
                <c:pt idx="186">
                  <c:v>80.21957668968167</c:v>
                </c:pt>
                <c:pt idx="187">
                  <c:v>79.33986379910368</c:v>
                </c:pt>
                <c:pt idx="188">
                  <c:v>75.90445993570269</c:v>
                </c:pt>
                <c:pt idx="189">
                  <c:v>72.54617582834233</c:v>
                </c:pt>
                <c:pt idx="190">
                  <c:v>66.45550289196531</c:v>
                </c:pt>
                <c:pt idx="191">
                  <c:v>82.28979922399785</c:v>
                </c:pt>
                <c:pt idx="192">
                  <c:v>80.33878637286682</c:v>
                </c:pt>
                <c:pt idx="193">
                  <c:v>77.44462939958592</c:v>
                </c:pt>
                <c:pt idx="194">
                  <c:v>82.69649989625479</c:v>
                </c:pt>
                <c:pt idx="195">
                  <c:v>89.20716974216559</c:v>
                </c:pt>
                <c:pt idx="196">
                  <c:v>87.53756796102083</c:v>
                </c:pt>
                <c:pt idx="197">
                  <c:v>85.08059182872836</c:v>
                </c:pt>
                <c:pt idx="198">
                  <c:v>87.09913714729656</c:v>
                </c:pt>
                <c:pt idx="199">
                  <c:v>84.67301668296693</c:v>
                </c:pt>
                <c:pt idx="200">
                  <c:v>84.37108634675157</c:v>
                </c:pt>
                <c:pt idx="201">
                  <c:v>81.63365987559496</c:v>
                </c:pt>
                <c:pt idx="202">
                  <c:v>84.16468564823519</c:v>
                </c:pt>
                <c:pt idx="203">
                  <c:v>82.04453188327479</c:v>
                </c:pt>
                <c:pt idx="204">
                  <c:v>78.78331719165553</c:v>
                </c:pt>
                <c:pt idx="205">
                  <c:v>74.54839976199824</c:v>
                </c:pt>
                <c:pt idx="206">
                  <c:v>83.80074974146847</c:v>
                </c:pt>
                <c:pt idx="207">
                  <c:v>82.53371066899571</c:v>
                </c:pt>
                <c:pt idx="208">
                  <c:v>79.2337440276177</c:v>
                </c:pt>
                <c:pt idx="209">
                  <c:v>85.21487248763212</c:v>
                </c:pt>
                <c:pt idx="210">
                  <c:v>86.66164524387048</c:v>
                </c:pt>
                <c:pt idx="211">
                  <c:v>90.03270032950084</c:v>
                </c:pt>
                <c:pt idx="212">
                  <c:v>72.57962774231615</c:v>
                </c:pt>
                <c:pt idx="213">
                  <c:v>87.09643950735942</c:v>
                </c:pt>
                <c:pt idx="214">
                  <c:v>82.89002596423381</c:v>
                </c:pt>
                <c:pt idx="215">
                  <c:v>82.81835659210678</c:v>
                </c:pt>
                <c:pt idx="216">
                  <c:v>78.49793579996292</c:v>
                </c:pt>
                <c:pt idx="217">
                  <c:v>82.82541140792935</c:v>
                </c:pt>
                <c:pt idx="218">
                  <c:v>85.78864413009538</c:v>
                </c:pt>
                <c:pt idx="219">
                  <c:v>77.68825813683495</c:v>
                </c:pt>
                <c:pt idx="220">
                  <c:v>78.08708225576873</c:v>
                </c:pt>
                <c:pt idx="221">
                  <c:v>87.10782075436846</c:v>
                </c:pt>
                <c:pt idx="222">
                  <c:v>85.4332708122926</c:v>
                </c:pt>
                <c:pt idx="223">
                  <c:v>83.07177264291887</c:v>
                </c:pt>
                <c:pt idx="224">
                  <c:v>89.93477898902046</c:v>
                </c:pt>
                <c:pt idx="225">
                  <c:v>88.93852998800872</c:v>
                </c:pt>
                <c:pt idx="226">
                  <c:v>89.92818217894752</c:v>
                </c:pt>
                <c:pt idx="227">
                  <c:v>78.1086210701603</c:v>
                </c:pt>
                <c:pt idx="228">
                  <c:v>87.6660243702098</c:v>
                </c:pt>
                <c:pt idx="229">
                  <c:v>86.87928765103851</c:v>
                </c:pt>
                <c:pt idx="230">
                  <c:v>84.86704856202816</c:v>
                </c:pt>
                <c:pt idx="231">
                  <c:v>82.83437208969124</c:v>
                </c:pt>
                <c:pt idx="232">
                  <c:v>89.1744938204611</c:v>
                </c:pt>
                <c:pt idx="233">
                  <c:v>89.17115627463703</c:v>
                </c:pt>
                <c:pt idx="234">
                  <c:v>85.00900737979147</c:v>
                </c:pt>
                <c:pt idx="235">
                  <c:v>84.02858744207614</c:v>
                </c:pt>
                <c:pt idx="236">
                  <c:v>81.93823903108797</c:v>
                </c:pt>
                <c:pt idx="237">
                  <c:v>80.11319976251094</c:v>
                </c:pt>
                <c:pt idx="238">
                  <c:v>79.01867639842983</c:v>
                </c:pt>
                <c:pt idx="239">
                  <c:v>80.27663254510705</c:v>
                </c:pt>
                <c:pt idx="240">
                  <c:v>81.42535872121425</c:v>
                </c:pt>
                <c:pt idx="241">
                  <c:v>86.56986881651466</c:v>
                </c:pt>
                <c:pt idx="242">
                  <c:v>86.72261861330239</c:v>
                </c:pt>
                <c:pt idx="243">
                  <c:v>80.94228784275008</c:v>
                </c:pt>
                <c:pt idx="244">
                  <c:v>85.44790857290857</c:v>
                </c:pt>
                <c:pt idx="245">
                  <c:v>83.37355454351108</c:v>
                </c:pt>
                <c:pt idx="246">
                  <c:v>84.58226440541782</c:v>
                </c:pt>
                <c:pt idx="247">
                  <c:v>79.90287291515897</c:v>
                </c:pt>
                <c:pt idx="248">
                  <c:v>82.66227923710392</c:v>
                </c:pt>
                <c:pt idx="249">
                  <c:v>81.35719762315507</c:v>
                </c:pt>
                <c:pt idx="250">
                  <c:v>79.66256663402959</c:v>
                </c:pt>
                <c:pt idx="251">
                  <c:v>73.11751884078434</c:v>
                </c:pt>
                <c:pt idx="252">
                  <c:v>70.31320397870552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Sheet1!$B$256</c:f>
              <c:strCache>
                <c:ptCount val="1"/>
                <c:pt idx="0">
                  <c:v>TACGTA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8"/>
            <c:spPr>
              <a:solidFill>
                <a:srgbClr val="D24646"/>
              </a:solidFill>
              <a:ln>
                <a:solidFill>
                  <a:srgbClr val="D24646"/>
                </a:solidFill>
              </a:ln>
            </c:spPr>
          </c:marker>
          <c:xVal>
            <c:numRef>
              <c:f>Sheet1!$A$257:$A$257</c:f>
              <c:numCache>
                <c:formatCode>General</c:formatCode>
                <c:ptCount val="1"/>
                <c:pt idx="0">
                  <c:v>76.6607751990542</c:v>
                </c:pt>
              </c:numCache>
            </c:numRef>
          </c:xVal>
          <c:yVal>
            <c:numRef>
              <c:f>Sheet1!$B$257:$B$257</c:f>
              <c:numCache>
                <c:formatCode>General</c:formatCode>
                <c:ptCount val="1"/>
                <c:pt idx="0">
                  <c:v>85.98562891472507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Sheet1!$B$259</c:f>
              <c:strCache>
                <c:ptCount val="1"/>
                <c:pt idx="0">
                  <c:v>TCCGTA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8"/>
            <c:spPr>
              <a:solidFill>
                <a:srgbClr val="E67D37"/>
              </a:solidFill>
              <a:ln>
                <a:solidFill>
                  <a:srgbClr val="E67D37"/>
                </a:solidFill>
              </a:ln>
            </c:spPr>
          </c:marker>
          <c:xVal>
            <c:numRef>
              <c:f>Sheet1!$A$260:$A$260</c:f>
              <c:numCache>
                <c:formatCode>General</c:formatCode>
                <c:ptCount val="1"/>
                <c:pt idx="0">
                  <c:v>75.37156202099662</c:v>
                </c:pt>
              </c:numCache>
            </c:numRef>
          </c:xVal>
          <c:yVal>
            <c:numRef>
              <c:f>Sheet1!$B$260:$B$260</c:f>
              <c:numCache>
                <c:formatCode>General</c:formatCode>
                <c:ptCount val="1"/>
                <c:pt idx="0">
                  <c:v>84.45873034012828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Sheet1!$B$262</c:f>
              <c:strCache>
                <c:ptCount val="1"/>
                <c:pt idx="0">
                  <c:v>AACGTT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8"/>
            <c:spPr>
              <a:solidFill>
                <a:srgbClr val="B400C8"/>
              </a:solidFill>
              <a:ln>
                <a:solidFill>
                  <a:srgbClr val="78008C"/>
                </a:solidFill>
              </a:ln>
            </c:spPr>
          </c:marker>
          <c:xVal>
            <c:numRef>
              <c:f>Sheet1!$A$263:$A$263</c:f>
              <c:numCache>
                <c:formatCode>General</c:formatCode>
                <c:ptCount val="1"/>
                <c:pt idx="0">
                  <c:v>44.36217339892647</c:v>
                </c:pt>
              </c:numCache>
            </c:numRef>
          </c:xVal>
          <c:yVal>
            <c:numRef>
              <c:f>Sheet1!$B$263:$B$263</c:f>
              <c:numCache>
                <c:formatCode>General</c:formatCode>
                <c:ptCount val="1"/>
                <c:pt idx="0">
                  <c:v>59.32942724352402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2.0"/>
          <c:min val="72.0"/>
        </c:scaling>
        <c:delete val="0"/>
        <c:axPos val="b"/>
        <c:title>
          <c:tx>
            <c:rich>
              <a:bodyPr/>
              <a:lstStyle/>
              <a:p>
                <a:r>
                  <a:rPr sz="900"/>
                  <a:t>Pancreas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92.0"/>
          <c:min val="72.0"/>
        </c:scaling>
        <c:delete val="0"/>
        <c:axPos val="l"/>
        <c:majorGridlines>
          <c:spPr>
            <a:ln>
              <a:solidFill>
                <a:srgbClr val="D2D8D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/>
                  <a:t>Sigmoid colon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</c:valAx>
    </c:plotArea>
    <c:legend>
      <c:legendPos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436 motifs</c:v>
                </c:pt>
              </c:strCache>
            </c:strRef>
          </c:tx>
          <c:spPr>
            <a:ln w="47625">
              <a:noFill/>
            </a:ln>
          </c:spPr>
          <c:marker>
            <c:size val="7"/>
            <c:spPr>
              <a:solidFill>
                <a:srgbClr val="3769A0"/>
              </a:solidFill>
              <a:ln>
                <a:solidFill>
                  <a:srgbClr val="3769A0"/>
                </a:solidFill>
              </a:ln>
            </c:spPr>
          </c:marker>
          <c:xVal>
            <c:numRef>
              <c:f>Sheet1!$A$2:$A$437</c:f>
              <c:numCache>
                <c:formatCode>General</c:formatCode>
                <c:ptCount val="436"/>
                <c:pt idx="0">
                  <c:v>11.08169724543791</c:v>
                </c:pt>
                <c:pt idx="1">
                  <c:v>16.79836857156252</c:v>
                </c:pt>
                <c:pt idx="2">
                  <c:v>13.73198389748823</c:v>
                </c:pt>
                <c:pt idx="3">
                  <c:v>14.92890858645912</c:v>
                </c:pt>
                <c:pt idx="4">
                  <c:v>9.70397404703974</c:v>
                </c:pt>
                <c:pt idx="5">
                  <c:v>11.09355670103093</c:v>
                </c:pt>
                <c:pt idx="6">
                  <c:v>10.38464084740152</c:v>
                </c:pt>
                <c:pt idx="7">
                  <c:v>9.932651918230189</c:v>
                </c:pt>
                <c:pt idx="8">
                  <c:v>10.08977794793262</c:v>
                </c:pt>
                <c:pt idx="9">
                  <c:v>10.42171885409727</c:v>
                </c:pt>
                <c:pt idx="10">
                  <c:v>10.10772104607721</c:v>
                </c:pt>
                <c:pt idx="11">
                  <c:v>10.39435357382926</c:v>
                </c:pt>
                <c:pt idx="12">
                  <c:v>9.77070879590094</c:v>
                </c:pt>
                <c:pt idx="13">
                  <c:v>9.664359861591697</c:v>
                </c:pt>
                <c:pt idx="14">
                  <c:v>9.493064312736443</c:v>
                </c:pt>
                <c:pt idx="15">
                  <c:v>9.557884231536926</c:v>
                </c:pt>
                <c:pt idx="16">
                  <c:v>9.995221027479092</c:v>
                </c:pt>
                <c:pt idx="17">
                  <c:v>10.72715842414082</c:v>
                </c:pt>
                <c:pt idx="18">
                  <c:v>10.52489177489177</c:v>
                </c:pt>
                <c:pt idx="19">
                  <c:v>10.55003773584906</c:v>
                </c:pt>
                <c:pt idx="20">
                  <c:v>9.713882163034706</c:v>
                </c:pt>
                <c:pt idx="21">
                  <c:v>9.865429234338746</c:v>
                </c:pt>
                <c:pt idx="22">
                  <c:v>9.687328579264948</c:v>
                </c:pt>
                <c:pt idx="23">
                  <c:v>9.560986547085202</c:v>
                </c:pt>
                <c:pt idx="24">
                  <c:v>10.03457526080477</c:v>
                </c:pt>
                <c:pt idx="25">
                  <c:v>10.86117267781584</c:v>
                </c:pt>
                <c:pt idx="26">
                  <c:v>10.31398747390397</c:v>
                </c:pt>
                <c:pt idx="27">
                  <c:v>10.5393535652603</c:v>
                </c:pt>
                <c:pt idx="28">
                  <c:v>9.649364991717285</c:v>
                </c:pt>
                <c:pt idx="29">
                  <c:v>9.763683753258036</c:v>
                </c:pt>
                <c:pt idx="30">
                  <c:v>9.596788990825688</c:v>
                </c:pt>
                <c:pt idx="31">
                  <c:v>9.49618966977138</c:v>
                </c:pt>
                <c:pt idx="32">
                  <c:v>11.18698770491803</c:v>
                </c:pt>
                <c:pt idx="33">
                  <c:v>15.56303549571604</c:v>
                </c:pt>
                <c:pt idx="34">
                  <c:v>13.34700796745211</c:v>
                </c:pt>
                <c:pt idx="35">
                  <c:v>14.17772608316371</c:v>
                </c:pt>
                <c:pt idx="36">
                  <c:v>9.784021665538251</c:v>
                </c:pt>
                <c:pt idx="37">
                  <c:v>10.94309623430962</c:v>
                </c:pt>
                <c:pt idx="38">
                  <c:v>10.37207619966241</c:v>
                </c:pt>
                <c:pt idx="39">
                  <c:v>9.966024050391296</c:v>
                </c:pt>
                <c:pt idx="40">
                  <c:v>10.2036176973845</c:v>
                </c:pt>
                <c:pt idx="41">
                  <c:v>11.10076751671206</c:v>
                </c:pt>
                <c:pt idx="42">
                  <c:v>11.0222371967655</c:v>
                </c:pt>
                <c:pt idx="43">
                  <c:v>11.03072311727239</c:v>
                </c:pt>
                <c:pt idx="44">
                  <c:v>9.850943396226414</c:v>
                </c:pt>
                <c:pt idx="45">
                  <c:v>10.00554528650647</c:v>
                </c:pt>
                <c:pt idx="46">
                  <c:v>9.664808917197451</c:v>
                </c:pt>
                <c:pt idx="47">
                  <c:v>9.770595690747784</c:v>
                </c:pt>
                <c:pt idx="48">
                  <c:v>10.32402234636871</c:v>
                </c:pt>
                <c:pt idx="49">
                  <c:v>10.99480695416573</c:v>
                </c:pt>
                <c:pt idx="50">
                  <c:v>10.57607052896725</c:v>
                </c:pt>
                <c:pt idx="51">
                  <c:v>10.66058394160584</c:v>
                </c:pt>
                <c:pt idx="52">
                  <c:v>9.68378278537126</c:v>
                </c:pt>
                <c:pt idx="53">
                  <c:v>10.03707317073171</c:v>
                </c:pt>
                <c:pt idx="54">
                  <c:v>9.692109334708611</c:v>
                </c:pt>
                <c:pt idx="55">
                  <c:v>9.671855921855922</c:v>
                </c:pt>
                <c:pt idx="56">
                  <c:v>10.88355067490277</c:v>
                </c:pt>
                <c:pt idx="57">
                  <c:v>16.64340712223292</c:v>
                </c:pt>
                <c:pt idx="58">
                  <c:v>13.7421401998687</c:v>
                </c:pt>
                <c:pt idx="59">
                  <c:v>14.67665876777251</c:v>
                </c:pt>
                <c:pt idx="60">
                  <c:v>9.794896640826874</c:v>
                </c:pt>
                <c:pt idx="61">
                  <c:v>11.55037814101</c:v>
                </c:pt>
                <c:pt idx="62">
                  <c:v>10.4751356238698</c:v>
                </c:pt>
                <c:pt idx="63">
                  <c:v>10.1008714021653</c:v>
                </c:pt>
                <c:pt idx="64">
                  <c:v>10.24207317073171</c:v>
                </c:pt>
                <c:pt idx="65">
                  <c:v>10.41747936984246</c:v>
                </c:pt>
                <c:pt idx="66">
                  <c:v>10.42182450907283</c:v>
                </c:pt>
                <c:pt idx="67">
                  <c:v>10.47819063004846</c:v>
                </c:pt>
                <c:pt idx="68">
                  <c:v>9.933184855233852</c:v>
                </c:pt>
                <c:pt idx="69">
                  <c:v>9.771012006861064</c:v>
                </c:pt>
                <c:pt idx="70">
                  <c:v>9.814292015880016</c:v>
                </c:pt>
                <c:pt idx="71">
                  <c:v>9.57505285412262</c:v>
                </c:pt>
                <c:pt idx="72">
                  <c:v>10.18020050125313</c:v>
                </c:pt>
                <c:pt idx="73">
                  <c:v>10.41663302381914</c:v>
                </c:pt>
                <c:pt idx="74">
                  <c:v>10.51883507439063</c:v>
                </c:pt>
                <c:pt idx="75">
                  <c:v>10.54028580115537</c:v>
                </c:pt>
                <c:pt idx="76">
                  <c:v>9.716232227488153</c:v>
                </c:pt>
                <c:pt idx="77">
                  <c:v>9.834774255523534</c:v>
                </c:pt>
                <c:pt idx="78">
                  <c:v>9.785219399538104</c:v>
                </c:pt>
                <c:pt idx="79">
                  <c:v>9.589581689029202</c:v>
                </c:pt>
                <c:pt idx="80">
                  <c:v>10.02056074766355</c:v>
                </c:pt>
                <c:pt idx="81">
                  <c:v>11.58576726935559</c:v>
                </c:pt>
                <c:pt idx="82">
                  <c:v>10.64218064218064</c:v>
                </c:pt>
                <c:pt idx="83">
                  <c:v>11.00177591217307</c:v>
                </c:pt>
                <c:pt idx="84">
                  <c:v>9.63160118293198</c:v>
                </c:pt>
                <c:pt idx="85">
                  <c:v>10.20286776420605</c:v>
                </c:pt>
                <c:pt idx="86">
                  <c:v>9.882838283828384</c:v>
                </c:pt>
                <c:pt idx="87">
                  <c:v>9.678077203204662</c:v>
                </c:pt>
                <c:pt idx="88">
                  <c:v>13.13486121256392</c:v>
                </c:pt>
                <c:pt idx="89">
                  <c:v>21.11193948628646</c:v>
                </c:pt>
                <c:pt idx="90">
                  <c:v>17.48789007918025</c:v>
                </c:pt>
                <c:pt idx="91">
                  <c:v>18.3297441961785</c:v>
                </c:pt>
                <c:pt idx="92">
                  <c:v>9.888575954937512</c:v>
                </c:pt>
                <c:pt idx="93">
                  <c:v>11.92470130591831</c:v>
                </c:pt>
                <c:pt idx="94">
                  <c:v>10.91951566951567</c:v>
                </c:pt>
                <c:pt idx="95">
                  <c:v>10.2908337396392</c:v>
                </c:pt>
                <c:pt idx="96">
                  <c:v>10.44336461126005</c:v>
                </c:pt>
                <c:pt idx="97">
                  <c:v>12.07490025389917</c:v>
                </c:pt>
                <c:pt idx="98">
                  <c:v>11.09981617647059</c:v>
                </c:pt>
                <c:pt idx="99">
                  <c:v>12.06263360410432</c:v>
                </c:pt>
                <c:pt idx="100">
                  <c:v>9.59610705596107</c:v>
                </c:pt>
                <c:pt idx="101">
                  <c:v>10.04249291784703</c:v>
                </c:pt>
                <c:pt idx="102">
                  <c:v>9.768844221105528</c:v>
                </c:pt>
                <c:pt idx="103">
                  <c:v>9.749825296995107</c:v>
                </c:pt>
                <c:pt idx="104">
                  <c:v>10.54499415660304</c:v>
                </c:pt>
                <c:pt idx="105">
                  <c:v>12.93965930902111</c:v>
                </c:pt>
                <c:pt idx="106">
                  <c:v>11.96045283018868</c:v>
                </c:pt>
                <c:pt idx="107">
                  <c:v>12.56104799050365</c:v>
                </c:pt>
                <c:pt idx="108">
                  <c:v>9.624242424242423</c:v>
                </c:pt>
                <c:pt idx="109">
                  <c:v>10.43443526170799</c:v>
                </c:pt>
                <c:pt idx="110">
                  <c:v>10.11071231363887</c:v>
                </c:pt>
                <c:pt idx="111">
                  <c:v>9.774016923842709</c:v>
                </c:pt>
                <c:pt idx="112">
                  <c:v>10.01859147993105</c:v>
                </c:pt>
                <c:pt idx="113">
                  <c:v>11.96219767663302</c:v>
                </c:pt>
                <c:pt idx="114">
                  <c:v>10.88103090265054</c:v>
                </c:pt>
                <c:pt idx="115">
                  <c:v>11.21934460887949</c:v>
                </c:pt>
                <c:pt idx="116">
                  <c:v>9.652489032996376</c:v>
                </c:pt>
                <c:pt idx="117">
                  <c:v>10.03273495248152</c:v>
                </c:pt>
                <c:pt idx="118">
                  <c:v>9.790872735826865</c:v>
                </c:pt>
                <c:pt idx="119">
                  <c:v>9.684484038604309</c:v>
                </c:pt>
                <c:pt idx="120">
                  <c:v>12.41462495288353</c:v>
                </c:pt>
                <c:pt idx="121">
                  <c:v>18.82628925940287</c:v>
                </c:pt>
                <c:pt idx="122">
                  <c:v>15.58715767828769</c:v>
                </c:pt>
                <c:pt idx="123">
                  <c:v>16.32183250730715</c:v>
                </c:pt>
                <c:pt idx="124">
                  <c:v>9.84055862670934</c:v>
                </c:pt>
                <c:pt idx="125">
                  <c:v>11.92248238235963</c:v>
                </c:pt>
                <c:pt idx="126">
                  <c:v>10.93998965338852</c:v>
                </c:pt>
                <c:pt idx="127">
                  <c:v>10.23992276128409</c:v>
                </c:pt>
                <c:pt idx="128">
                  <c:v>10.38327814569536</c:v>
                </c:pt>
                <c:pt idx="129">
                  <c:v>10.91852512637526</c:v>
                </c:pt>
                <c:pt idx="130">
                  <c:v>10.61591581716541</c:v>
                </c:pt>
                <c:pt idx="131">
                  <c:v>10.87846865364851</c:v>
                </c:pt>
                <c:pt idx="132">
                  <c:v>9.814629258517034</c:v>
                </c:pt>
                <c:pt idx="133">
                  <c:v>9.823660714285714</c:v>
                </c:pt>
                <c:pt idx="134">
                  <c:v>9.825600894354388</c:v>
                </c:pt>
                <c:pt idx="135">
                  <c:v>9.821070234113712</c:v>
                </c:pt>
                <c:pt idx="136">
                  <c:v>10.3594963273872</c:v>
                </c:pt>
                <c:pt idx="137">
                  <c:v>11.53319429961766</c:v>
                </c:pt>
                <c:pt idx="138">
                  <c:v>10.97276536312849</c:v>
                </c:pt>
                <c:pt idx="139">
                  <c:v>11.04290375203915</c:v>
                </c:pt>
                <c:pt idx="140">
                  <c:v>9.68370786516854</c:v>
                </c:pt>
                <c:pt idx="141">
                  <c:v>10.35874673629243</c:v>
                </c:pt>
                <c:pt idx="142">
                  <c:v>9.952327537857544</c:v>
                </c:pt>
                <c:pt idx="143">
                  <c:v>9.834272300469484</c:v>
                </c:pt>
                <c:pt idx="144">
                  <c:v>10.40165408126573</c:v>
                </c:pt>
                <c:pt idx="145">
                  <c:v>12.18491684505187</c:v>
                </c:pt>
                <c:pt idx="146">
                  <c:v>11.3716814159292</c:v>
                </c:pt>
                <c:pt idx="147">
                  <c:v>11.52624687537198</c:v>
                </c:pt>
                <c:pt idx="148">
                  <c:v>9.757854649317675</c:v>
                </c:pt>
                <c:pt idx="149">
                  <c:v>10.3340570719603</c:v>
                </c:pt>
                <c:pt idx="150">
                  <c:v>10.01239376770538</c:v>
                </c:pt>
                <c:pt idx="151">
                  <c:v>9.684161634928008</c:v>
                </c:pt>
                <c:pt idx="152">
                  <c:v>12.01013690040757</c:v>
                </c:pt>
                <c:pt idx="153">
                  <c:v>16.8350359057348</c:v>
                </c:pt>
                <c:pt idx="154">
                  <c:v>14.57861635220126</c:v>
                </c:pt>
                <c:pt idx="155">
                  <c:v>15.14398173659765</c:v>
                </c:pt>
                <c:pt idx="156">
                  <c:v>9.975650997632735</c:v>
                </c:pt>
                <c:pt idx="157">
                  <c:v>12.33420245398773</c:v>
                </c:pt>
                <c:pt idx="158">
                  <c:v>10.70956576463184</c:v>
                </c:pt>
                <c:pt idx="159">
                  <c:v>10.24372842347526</c:v>
                </c:pt>
                <c:pt idx="160">
                  <c:v>10.58816</c:v>
                </c:pt>
                <c:pt idx="161">
                  <c:v>12.15697522816167</c:v>
                </c:pt>
                <c:pt idx="162">
                  <c:v>11.44023569023569</c:v>
                </c:pt>
                <c:pt idx="163">
                  <c:v>12.04069896040699</c:v>
                </c:pt>
                <c:pt idx="164">
                  <c:v>10.04296160877514</c:v>
                </c:pt>
                <c:pt idx="165">
                  <c:v>10.3112283345893</c:v>
                </c:pt>
                <c:pt idx="166">
                  <c:v>10.17992766726944</c:v>
                </c:pt>
                <c:pt idx="167">
                  <c:v>10.15819209039548</c:v>
                </c:pt>
                <c:pt idx="168">
                  <c:v>10.53501259445844</c:v>
                </c:pt>
                <c:pt idx="169">
                  <c:v>12.3624785346308</c:v>
                </c:pt>
                <c:pt idx="170">
                  <c:v>11.25</c:v>
                </c:pt>
                <c:pt idx="171">
                  <c:v>11.59301475960836</c:v>
                </c:pt>
                <c:pt idx="172">
                  <c:v>9.811138014527844</c:v>
                </c:pt>
                <c:pt idx="173">
                  <c:v>10.13223489649345</c:v>
                </c:pt>
                <c:pt idx="174">
                  <c:v>10.0186170212766</c:v>
                </c:pt>
                <c:pt idx="175">
                  <c:v>9.793587174348698</c:v>
                </c:pt>
                <c:pt idx="176">
                  <c:v>16.00539051269765</c:v>
                </c:pt>
                <c:pt idx="177">
                  <c:v>22.77736383279935</c:v>
                </c:pt>
                <c:pt idx="178">
                  <c:v>22.73802026960543</c:v>
                </c:pt>
                <c:pt idx="179">
                  <c:v>10.60725198614789</c:v>
                </c:pt>
                <c:pt idx="180">
                  <c:v>14.0884627281163</c:v>
                </c:pt>
                <c:pt idx="181">
                  <c:v>12.33148250971682</c:v>
                </c:pt>
                <c:pt idx="182">
                  <c:v>11.36948748510131</c:v>
                </c:pt>
                <c:pt idx="183">
                  <c:v>11.26439628482972</c:v>
                </c:pt>
                <c:pt idx="184">
                  <c:v>14.41241707099713</c:v>
                </c:pt>
                <c:pt idx="185">
                  <c:v>13.06840861344538</c:v>
                </c:pt>
                <c:pt idx="186">
                  <c:v>13.80369515011547</c:v>
                </c:pt>
                <c:pt idx="187">
                  <c:v>10.11191772534785</c:v>
                </c:pt>
                <c:pt idx="188">
                  <c:v>11.22449987651272</c:v>
                </c:pt>
                <c:pt idx="189">
                  <c:v>10.57042076089695</c:v>
                </c:pt>
                <c:pt idx="190">
                  <c:v>10.22255820985788</c:v>
                </c:pt>
                <c:pt idx="191">
                  <c:v>11.65577669295281</c:v>
                </c:pt>
                <c:pt idx="192">
                  <c:v>15.96648210401424</c:v>
                </c:pt>
                <c:pt idx="193">
                  <c:v>14.22665134979896</c:v>
                </c:pt>
                <c:pt idx="194">
                  <c:v>14.68867062585656</c:v>
                </c:pt>
                <c:pt idx="195">
                  <c:v>10.01917635963534</c:v>
                </c:pt>
                <c:pt idx="196">
                  <c:v>11.71111567700842</c:v>
                </c:pt>
                <c:pt idx="197">
                  <c:v>11.09764073814529</c:v>
                </c:pt>
                <c:pt idx="198">
                  <c:v>10.41677070328756</c:v>
                </c:pt>
                <c:pt idx="199">
                  <c:v>11.05710943315963</c:v>
                </c:pt>
                <c:pt idx="200">
                  <c:v>15.58759493670886</c:v>
                </c:pt>
                <c:pt idx="201">
                  <c:v>13.58397863818424</c:v>
                </c:pt>
                <c:pt idx="202">
                  <c:v>13.7882866496908</c:v>
                </c:pt>
                <c:pt idx="203">
                  <c:v>9.89902052238806</c:v>
                </c:pt>
                <c:pt idx="204">
                  <c:v>11.25142857142857</c:v>
                </c:pt>
                <c:pt idx="205">
                  <c:v>10.57026870288034</c:v>
                </c:pt>
                <c:pt idx="206">
                  <c:v>10.09340574088441</c:v>
                </c:pt>
                <c:pt idx="207">
                  <c:v>11.68776791181874</c:v>
                </c:pt>
                <c:pt idx="208">
                  <c:v>18.20401187370694</c:v>
                </c:pt>
                <c:pt idx="209">
                  <c:v>14.60561497326203</c:v>
                </c:pt>
                <c:pt idx="210">
                  <c:v>15.50871192565823</c:v>
                </c:pt>
                <c:pt idx="211">
                  <c:v>9.785238475885958</c:v>
                </c:pt>
                <c:pt idx="212">
                  <c:v>11.53505535055351</c:v>
                </c:pt>
                <c:pt idx="213">
                  <c:v>10.58566193311956</c:v>
                </c:pt>
                <c:pt idx="214">
                  <c:v>10.19547619047619</c:v>
                </c:pt>
                <c:pt idx="215">
                  <c:v>10.18639148661722</c:v>
                </c:pt>
                <c:pt idx="216">
                  <c:v>10.76515472657906</c:v>
                </c:pt>
                <c:pt idx="217">
                  <c:v>10.51716644936984</c:v>
                </c:pt>
                <c:pt idx="218">
                  <c:v>10.45684362585771</c:v>
                </c:pt>
                <c:pt idx="219">
                  <c:v>9.722969023962596</c:v>
                </c:pt>
                <c:pt idx="220">
                  <c:v>9.931061192873742</c:v>
                </c:pt>
                <c:pt idx="221">
                  <c:v>9.886895475819031</c:v>
                </c:pt>
                <c:pt idx="222">
                  <c:v>10.33076211045973</c:v>
                </c:pt>
                <c:pt idx="223">
                  <c:v>11.50093457943925</c:v>
                </c:pt>
                <c:pt idx="224">
                  <c:v>11.20989624900239</c:v>
                </c:pt>
                <c:pt idx="225">
                  <c:v>11.0265760197775</c:v>
                </c:pt>
                <c:pt idx="226">
                  <c:v>9.918935643564357</c:v>
                </c:pt>
                <c:pt idx="227">
                  <c:v>10.13853658536585</c:v>
                </c:pt>
                <c:pt idx="228">
                  <c:v>9.906549520766774</c:v>
                </c:pt>
                <c:pt idx="229">
                  <c:v>10.01524390243902</c:v>
                </c:pt>
                <c:pt idx="230">
                  <c:v>10.11039484286865</c:v>
                </c:pt>
                <c:pt idx="231">
                  <c:v>11.18452830188679</c:v>
                </c:pt>
                <c:pt idx="232">
                  <c:v>10.70514603616133</c:v>
                </c:pt>
                <c:pt idx="233">
                  <c:v>10.75845086187598</c:v>
                </c:pt>
                <c:pt idx="234">
                  <c:v>9.929274843330347</c:v>
                </c:pt>
                <c:pt idx="235">
                  <c:v>9.988250652741517</c:v>
                </c:pt>
                <c:pt idx="236">
                  <c:v>9.79349789283564</c:v>
                </c:pt>
                <c:pt idx="237">
                  <c:v>9.559687786960517</c:v>
                </c:pt>
                <c:pt idx="238">
                  <c:v>11.21119691119691</c:v>
                </c:pt>
                <c:pt idx="239">
                  <c:v>15.27345585187232</c:v>
                </c:pt>
                <c:pt idx="240">
                  <c:v>13.55749036288715</c:v>
                </c:pt>
                <c:pt idx="241">
                  <c:v>13.97619940029985</c:v>
                </c:pt>
                <c:pt idx="242">
                  <c:v>9.868466898954704</c:v>
                </c:pt>
                <c:pt idx="243">
                  <c:v>10.82485659655832</c:v>
                </c:pt>
                <c:pt idx="244">
                  <c:v>10.36448963629253</c:v>
                </c:pt>
                <c:pt idx="245">
                  <c:v>10.0635838150289</c:v>
                </c:pt>
                <c:pt idx="246">
                  <c:v>10.2840625</c:v>
                </c:pt>
                <c:pt idx="247">
                  <c:v>11.8502389803505</c:v>
                </c:pt>
                <c:pt idx="248">
                  <c:v>11.10819793205318</c:v>
                </c:pt>
                <c:pt idx="249">
                  <c:v>11.33036509349956</c:v>
                </c:pt>
                <c:pt idx="250">
                  <c:v>9.699902248289344</c:v>
                </c:pt>
                <c:pt idx="251">
                  <c:v>10.17347865576748</c:v>
                </c:pt>
                <c:pt idx="252">
                  <c:v>9.784761904761904</c:v>
                </c:pt>
                <c:pt idx="253">
                  <c:v>10.33794347564642</c:v>
                </c:pt>
                <c:pt idx="254">
                  <c:v>11.20578778135048</c:v>
                </c:pt>
                <c:pt idx="255">
                  <c:v>10.97901234567901</c:v>
                </c:pt>
                <c:pt idx="256">
                  <c:v>10.93344193623458</c:v>
                </c:pt>
                <c:pt idx="257">
                  <c:v>9.751532033426184</c:v>
                </c:pt>
                <c:pt idx="258">
                  <c:v>10.11802030456853</c:v>
                </c:pt>
                <c:pt idx="259">
                  <c:v>9.744722955145118</c:v>
                </c:pt>
                <c:pt idx="260">
                  <c:v>9.755922165820644</c:v>
                </c:pt>
                <c:pt idx="261">
                  <c:v>10.49223416965352</c:v>
                </c:pt>
                <c:pt idx="262">
                  <c:v>13.66350067842605</c:v>
                </c:pt>
                <c:pt idx="263">
                  <c:v>11.65422993492408</c:v>
                </c:pt>
                <c:pt idx="264">
                  <c:v>12.51215216625572</c:v>
                </c:pt>
                <c:pt idx="265">
                  <c:v>9.62308868501529</c:v>
                </c:pt>
                <c:pt idx="266">
                  <c:v>10.24668227946916</c:v>
                </c:pt>
                <c:pt idx="267">
                  <c:v>9.922530664945128</c:v>
                </c:pt>
                <c:pt idx="268">
                  <c:v>10.03079076277117</c:v>
                </c:pt>
                <c:pt idx="269">
                  <c:v>10.27239218577221</c:v>
                </c:pt>
                <c:pt idx="270">
                  <c:v>10.63576594345825</c:v>
                </c:pt>
                <c:pt idx="271">
                  <c:v>10.70562645011601</c:v>
                </c:pt>
                <c:pt idx="272">
                  <c:v>10.58470894874022</c:v>
                </c:pt>
                <c:pt idx="273">
                  <c:v>9.875</c:v>
                </c:pt>
                <c:pt idx="274">
                  <c:v>9.84046052631579</c:v>
                </c:pt>
                <c:pt idx="275">
                  <c:v>9.889923793395427</c:v>
                </c:pt>
                <c:pt idx="276">
                  <c:v>10.44464392579294</c:v>
                </c:pt>
                <c:pt idx="277">
                  <c:v>10.95242626070409</c:v>
                </c:pt>
                <c:pt idx="278">
                  <c:v>10.68201133144476</c:v>
                </c:pt>
                <c:pt idx="279">
                  <c:v>10.44327176781003</c:v>
                </c:pt>
                <c:pt idx="280">
                  <c:v>9.929380993897125</c:v>
                </c:pt>
                <c:pt idx="281">
                  <c:v>10.61169590643275</c:v>
                </c:pt>
                <c:pt idx="282">
                  <c:v>10.67094902610858</c:v>
                </c:pt>
                <c:pt idx="283">
                  <c:v>10.26095538886696</c:v>
                </c:pt>
                <c:pt idx="284">
                  <c:v>9.62509928514694</c:v>
                </c:pt>
                <c:pt idx="285">
                  <c:v>9.75595238095238</c:v>
                </c:pt>
                <c:pt idx="286">
                  <c:v>9.62241256245539</c:v>
                </c:pt>
                <c:pt idx="287">
                  <c:v>13.66885389326334</c:v>
                </c:pt>
                <c:pt idx="288">
                  <c:v>22.08980733374767</c:v>
                </c:pt>
                <c:pt idx="289">
                  <c:v>18.02824040550325</c:v>
                </c:pt>
                <c:pt idx="290">
                  <c:v>18.89661159003832</c:v>
                </c:pt>
                <c:pt idx="291">
                  <c:v>10.16110549376475</c:v>
                </c:pt>
                <c:pt idx="292">
                  <c:v>12.06642941874259</c:v>
                </c:pt>
                <c:pt idx="293">
                  <c:v>11.15389032443296</c:v>
                </c:pt>
                <c:pt idx="294">
                  <c:v>10.47665369649806</c:v>
                </c:pt>
                <c:pt idx="295">
                  <c:v>10.62357414448669</c:v>
                </c:pt>
                <c:pt idx="296">
                  <c:v>12.50299222022741</c:v>
                </c:pt>
                <c:pt idx="297">
                  <c:v>11.76225210850239</c:v>
                </c:pt>
                <c:pt idx="298">
                  <c:v>12.34027237354086</c:v>
                </c:pt>
                <c:pt idx="299">
                  <c:v>9.657657657657658</c:v>
                </c:pt>
                <c:pt idx="300">
                  <c:v>10.275181040158</c:v>
                </c:pt>
                <c:pt idx="301">
                  <c:v>9.982123510292524</c:v>
                </c:pt>
                <c:pt idx="302">
                  <c:v>9.85135135135135</c:v>
                </c:pt>
                <c:pt idx="303">
                  <c:v>10.93265644426026</c:v>
                </c:pt>
                <c:pt idx="304">
                  <c:v>13.94660194174757</c:v>
                </c:pt>
                <c:pt idx="305">
                  <c:v>12.66218061244392</c:v>
                </c:pt>
                <c:pt idx="306">
                  <c:v>13.21402923826622</c:v>
                </c:pt>
                <c:pt idx="307">
                  <c:v>9.859724203518782</c:v>
                </c:pt>
                <c:pt idx="308">
                  <c:v>10.68459191456903</c:v>
                </c:pt>
                <c:pt idx="309">
                  <c:v>10.19971346704871</c:v>
                </c:pt>
                <c:pt idx="310">
                  <c:v>10.01589704769114</c:v>
                </c:pt>
                <c:pt idx="311">
                  <c:v>10.24972424442974</c:v>
                </c:pt>
                <c:pt idx="312">
                  <c:v>12.51309707241911</c:v>
                </c:pt>
                <c:pt idx="313">
                  <c:v>11.3940292605773</c:v>
                </c:pt>
                <c:pt idx="314">
                  <c:v>11.66828177413343</c:v>
                </c:pt>
                <c:pt idx="315">
                  <c:v>9.61298377028714</c:v>
                </c:pt>
                <c:pt idx="316">
                  <c:v>10.14333057166529</c:v>
                </c:pt>
                <c:pt idx="317">
                  <c:v>9.772484599589324</c:v>
                </c:pt>
                <c:pt idx="318">
                  <c:v>9.797475616752726</c:v>
                </c:pt>
                <c:pt idx="319">
                  <c:v>11.72916955497019</c:v>
                </c:pt>
                <c:pt idx="320">
                  <c:v>17.5251349645937</c:v>
                </c:pt>
                <c:pt idx="321">
                  <c:v>14.6344883158743</c:v>
                </c:pt>
                <c:pt idx="322">
                  <c:v>15.15317319848293</c:v>
                </c:pt>
                <c:pt idx="323">
                  <c:v>9.766096352994149</c:v>
                </c:pt>
                <c:pt idx="324">
                  <c:v>11.14001966568338</c:v>
                </c:pt>
                <c:pt idx="325">
                  <c:v>10.56748878923767</c:v>
                </c:pt>
                <c:pt idx="326">
                  <c:v>10.01010701545779</c:v>
                </c:pt>
                <c:pt idx="327">
                  <c:v>10.27835051546392</c:v>
                </c:pt>
                <c:pt idx="328">
                  <c:v>10.6772324471711</c:v>
                </c:pt>
                <c:pt idx="329">
                  <c:v>10.33928022147032</c:v>
                </c:pt>
                <c:pt idx="330">
                  <c:v>10.57121009367234</c:v>
                </c:pt>
                <c:pt idx="331">
                  <c:v>9.768202602884276</c:v>
                </c:pt>
                <c:pt idx="332">
                  <c:v>9.728539985326483</c:v>
                </c:pt>
                <c:pt idx="333">
                  <c:v>9.727787209960384</c:v>
                </c:pt>
                <c:pt idx="334">
                  <c:v>9.521137890161992</c:v>
                </c:pt>
                <c:pt idx="335">
                  <c:v>10.04670459933618</c:v>
                </c:pt>
                <c:pt idx="336">
                  <c:v>11.06537232735316</c:v>
                </c:pt>
                <c:pt idx="337">
                  <c:v>10.77414425427873</c:v>
                </c:pt>
                <c:pt idx="338">
                  <c:v>10.78511314755938</c:v>
                </c:pt>
                <c:pt idx="339">
                  <c:v>9.527104959630911</c:v>
                </c:pt>
                <c:pt idx="340">
                  <c:v>10.11221590909091</c:v>
                </c:pt>
                <c:pt idx="341">
                  <c:v>9.642902208201892</c:v>
                </c:pt>
                <c:pt idx="342">
                  <c:v>9.547123015873016</c:v>
                </c:pt>
                <c:pt idx="343">
                  <c:v>10.17153601388487</c:v>
                </c:pt>
                <c:pt idx="344">
                  <c:v>11.44635544635545</c:v>
                </c:pt>
                <c:pt idx="345">
                  <c:v>10.83959044368601</c:v>
                </c:pt>
                <c:pt idx="346">
                  <c:v>10.98045930701048</c:v>
                </c:pt>
                <c:pt idx="347">
                  <c:v>9.69336642599278</c:v>
                </c:pt>
                <c:pt idx="348">
                  <c:v>9.972721636701795</c:v>
                </c:pt>
                <c:pt idx="349">
                  <c:v>9.724024909865618</c:v>
                </c:pt>
                <c:pt idx="350">
                  <c:v>9.650111947893343</c:v>
                </c:pt>
                <c:pt idx="351">
                  <c:v>11.82553466341323</c:v>
                </c:pt>
                <c:pt idx="352">
                  <c:v>16.55292962851102</c:v>
                </c:pt>
                <c:pt idx="353">
                  <c:v>14.34221277986599</c:v>
                </c:pt>
                <c:pt idx="354">
                  <c:v>14.78794122431275</c:v>
                </c:pt>
                <c:pt idx="355">
                  <c:v>9.826714801444044</c:v>
                </c:pt>
                <c:pt idx="356">
                  <c:v>11.31332402667908</c:v>
                </c:pt>
                <c:pt idx="357">
                  <c:v>10.46514069718606</c:v>
                </c:pt>
                <c:pt idx="358">
                  <c:v>10.03304524656838</c:v>
                </c:pt>
                <c:pt idx="359">
                  <c:v>10.25596087222336</c:v>
                </c:pt>
                <c:pt idx="360">
                  <c:v>11.88858495528669</c:v>
                </c:pt>
                <c:pt idx="361">
                  <c:v>11.18114465641786</c:v>
                </c:pt>
                <c:pt idx="362">
                  <c:v>11.41764705882353</c:v>
                </c:pt>
                <c:pt idx="363">
                  <c:v>9.764377682403431</c:v>
                </c:pt>
                <c:pt idx="364">
                  <c:v>10.21876451463075</c:v>
                </c:pt>
                <c:pt idx="365">
                  <c:v>9.866700456158137</c:v>
                </c:pt>
                <c:pt idx="366">
                  <c:v>9.872664059104736</c:v>
                </c:pt>
                <c:pt idx="367">
                  <c:v>10.32229643313912</c:v>
                </c:pt>
                <c:pt idx="368">
                  <c:v>11.68072441742654</c:v>
                </c:pt>
                <c:pt idx="369">
                  <c:v>11.110371692907</c:v>
                </c:pt>
                <c:pt idx="370">
                  <c:v>11.129245977495</c:v>
                </c:pt>
                <c:pt idx="371">
                  <c:v>9.704688593421974</c:v>
                </c:pt>
                <c:pt idx="372">
                  <c:v>9.971847170353346</c:v>
                </c:pt>
                <c:pt idx="373">
                  <c:v>9.88563829787234</c:v>
                </c:pt>
                <c:pt idx="374">
                  <c:v>9.749794913863823</c:v>
                </c:pt>
                <c:pt idx="375">
                  <c:v>10.52639335476956</c:v>
                </c:pt>
                <c:pt idx="376">
                  <c:v>13.40669913291365</c:v>
                </c:pt>
                <c:pt idx="377">
                  <c:v>11.87366630586052</c:v>
                </c:pt>
                <c:pt idx="378">
                  <c:v>12.30421348314607</c:v>
                </c:pt>
                <c:pt idx="379">
                  <c:v>9.731205673758865</c:v>
                </c:pt>
                <c:pt idx="380">
                  <c:v>10.37412809131262</c:v>
                </c:pt>
                <c:pt idx="381">
                  <c:v>9.94946116685247</c:v>
                </c:pt>
                <c:pt idx="382">
                  <c:v>9.904358733145187</c:v>
                </c:pt>
                <c:pt idx="383">
                  <c:v>10.24591924398625</c:v>
                </c:pt>
                <c:pt idx="384">
                  <c:v>10.56876528117359</c:v>
                </c:pt>
                <c:pt idx="385">
                  <c:v>10.43008250475989</c:v>
                </c:pt>
                <c:pt idx="386">
                  <c:v>10.51946542707728</c:v>
                </c:pt>
                <c:pt idx="387">
                  <c:v>9.96658014276444</c:v>
                </c:pt>
                <c:pt idx="388">
                  <c:v>10.07917059377945</c:v>
                </c:pt>
                <c:pt idx="389">
                  <c:v>9.694825436408978</c:v>
                </c:pt>
                <c:pt idx="390">
                  <c:v>9.926943699731904</c:v>
                </c:pt>
                <c:pt idx="391">
                  <c:v>10.00213089802131</c:v>
                </c:pt>
                <c:pt idx="392">
                  <c:v>10.51536731634183</c:v>
                </c:pt>
                <c:pt idx="393">
                  <c:v>10.27788424683787</c:v>
                </c:pt>
                <c:pt idx="394">
                  <c:v>10.43598615916955</c:v>
                </c:pt>
                <c:pt idx="395">
                  <c:v>9.596782563570317</c:v>
                </c:pt>
                <c:pt idx="396">
                  <c:v>9.625573770491805</c:v>
                </c:pt>
                <c:pt idx="397">
                  <c:v>9.731642189586116</c:v>
                </c:pt>
                <c:pt idx="398">
                  <c:v>9.67563117453348</c:v>
                </c:pt>
                <c:pt idx="399">
                  <c:v>10.1944986344128</c:v>
                </c:pt>
                <c:pt idx="400">
                  <c:v>11.18883938043709</c:v>
                </c:pt>
                <c:pt idx="401">
                  <c:v>10.50774134790528</c:v>
                </c:pt>
                <c:pt idx="402">
                  <c:v>10.67383412454622</c:v>
                </c:pt>
                <c:pt idx="403">
                  <c:v>9.774110218140068</c:v>
                </c:pt>
                <c:pt idx="404">
                  <c:v>10.04602510460251</c:v>
                </c:pt>
                <c:pt idx="405">
                  <c:v>9.765402018795683</c:v>
                </c:pt>
                <c:pt idx="406">
                  <c:v>9.707453764244349</c:v>
                </c:pt>
                <c:pt idx="407">
                  <c:v>17.58094869098356</c:v>
                </c:pt>
                <c:pt idx="408">
                  <c:v>10.84189899349782</c:v>
                </c:pt>
                <c:pt idx="409">
                  <c:v>14.82526681558699</c:v>
                </c:pt>
                <c:pt idx="410">
                  <c:v>12.92098015006173</c:v>
                </c:pt>
                <c:pt idx="411">
                  <c:v>11.65649292723334</c:v>
                </c:pt>
                <c:pt idx="412">
                  <c:v>10.95760512199342</c:v>
                </c:pt>
                <c:pt idx="413">
                  <c:v>14.04274795591895</c:v>
                </c:pt>
                <c:pt idx="414">
                  <c:v>12.68842845973417</c:v>
                </c:pt>
                <c:pt idx="415">
                  <c:v>13.72231288076588</c:v>
                </c:pt>
                <c:pt idx="416">
                  <c:v>9.83278814700789</c:v>
                </c:pt>
                <c:pt idx="417">
                  <c:v>10.72242579699524</c:v>
                </c:pt>
                <c:pt idx="418">
                  <c:v>10.29563028232332</c:v>
                </c:pt>
                <c:pt idx="419">
                  <c:v>10.03597240473062</c:v>
                </c:pt>
                <c:pt idx="420">
                  <c:v>11.15767195767196</c:v>
                </c:pt>
                <c:pt idx="421">
                  <c:v>14.51656151419558</c:v>
                </c:pt>
                <c:pt idx="422">
                  <c:v>13.39074437895656</c:v>
                </c:pt>
                <c:pt idx="423">
                  <c:v>13.94830152930031</c:v>
                </c:pt>
                <c:pt idx="424">
                  <c:v>9.905179615705933</c:v>
                </c:pt>
                <c:pt idx="425">
                  <c:v>10.97708542713568</c:v>
                </c:pt>
                <c:pt idx="426">
                  <c:v>10.64997896508204</c:v>
                </c:pt>
                <c:pt idx="427">
                  <c:v>10.10528047376213</c:v>
                </c:pt>
                <c:pt idx="428">
                  <c:v>10.49555057812216</c:v>
                </c:pt>
                <c:pt idx="429">
                  <c:v>13.65795349343789</c:v>
                </c:pt>
                <c:pt idx="430">
                  <c:v>12.23735878692684</c:v>
                </c:pt>
                <c:pt idx="431">
                  <c:v>12.42314731742329</c:v>
                </c:pt>
                <c:pt idx="432">
                  <c:v>9.711814584511025</c:v>
                </c:pt>
                <c:pt idx="433">
                  <c:v>10.43401819482776</c:v>
                </c:pt>
                <c:pt idx="434">
                  <c:v>10.06727364693981</c:v>
                </c:pt>
                <c:pt idx="435">
                  <c:v>9.750532040671551</c:v>
                </c:pt>
              </c:numCache>
            </c:numRef>
          </c:xVal>
          <c:yVal>
            <c:numRef>
              <c:f>Sheet1!$B$2:$B$437</c:f>
              <c:numCache>
                <c:formatCode>General</c:formatCode>
                <c:ptCount val="436"/>
                <c:pt idx="0">
                  <c:v>2.329597523549721</c:v>
                </c:pt>
                <c:pt idx="1">
                  <c:v>9.320644436568532</c:v>
                </c:pt>
                <c:pt idx="2">
                  <c:v>5.622617699401391</c:v>
                </c:pt>
                <c:pt idx="3">
                  <c:v>6.625657033091766</c:v>
                </c:pt>
                <c:pt idx="4">
                  <c:v>0.9582663847780128</c:v>
                </c:pt>
                <c:pt idx="5">
                  <c:v>2.589056053562438</c:v>
                </c:pt>
                <c:pt idx="6">
                  <c:v>1.603270107654534</c:v>
                </c:pt>
                <c:pt idx="7">
                  <c:v>1.304297038323772</c:v>
                </c:pt>
                <c:pt idx="8">
                  <c:v>1.378745488915621</c:v>
                </c:pt>
                <c:pt idx="9">
                  <c:v>1.740281900001202</c:v>
                </c:pt>
                <c:pt idx="10">
                  <c:v>1.483099728622981</c:v>
                </c:pt>
                <c:pt idx="11">
                  <c:v>1.7352527037958</c:v>
                </c:pt>
                <c:pt idx="12">
                  <c:v>0.9903399405020556</c:v>
                </c:pt>
                <c:pt idx="13">
                  <c:v>1.09732212160414</c:v>
                </c:pt>
                <c:pt idx="14">
                  <c:v>0.8661460905700223</c:v>
                </c:pt>
                <c:pt idx="15">
                  <c:v>1.028849522330685</c:v>
                </c:pt>
                <c:pt idx="16">
                  <c:v>1.065804767118673</c:v>
                </c:pt>
                <c:pt idx="17">
                  <c:v>2.052020131528173</c:v>
                </c:pt>
                <c:pt idx="18">
                  <c:v>1.500302565115198</c:v>
                </c:pt>
                <c:pt idx="19">
                  <c:v>1.758868227118256</c:v>
                </c:pt>
                <c:pt idx="20">
                  <c:v>0.7320636485249595</c:v>
                </c:pt>
                <c:pt idx="21">
                  <c:v>1.060935024614305</c:v>
                </c:pt>
                <c:pt idx="22">
                  <c:v>0.7954629451680144</c:v>
                </c:pt>
                <c:pt idx="23">
                  <c:v>0.812936218778807</c:v>
                </c:pt>
                <c:pt idx="24">
                  <c:v>0.9872264654889648</c:v>
                </c:pt>
                <c:pt idx="25">
                  <c:v>2.130722972583527</c:v>
                </c:pt>
                <c:pt idx="26">
                  <c:v>1.415958866473036</c:v>
                </c:pt>
                <c:pt idx="27">
                  <c:v>1.626262507771534</c:v>
                </c:pt>
                <c:pt idx="28">
                  <c:v>0.8626902315209409</c:v>
                </c:pt>
                <c:pt idx="29">
                  <c:v>1.213613428630957</c:v>
                </c:pt>
                <c:pt idx="30">
                  <c:v>0.844186887669251</c:v>
                </c:pt>
                <c:pt idx="31">
                  <c:v>0.8931557482186516</c:v>
                </c:pt>
                <c:pt idx="32">
                  <c:v>2.782274808014608</c:v>
                </c:pt>
                <c:pt idx="33">
                  <c:v>8.18257452491327</c:v>
                </c:pt>
                <c:pt idx="34">
                  <c:v>5.457354593044204</c:v>
                </c:pt>
                <c:pt idx="35">
                  <c:v>6.154225805276641</c:v>
                </c:pt>
                <c:pt idx="36">
                  <c:v>1.304717805992389</c:v>
                </c:pt>
                <c:pt idx="37">
                  <c:v>2.726544301717555</c:v>
                </c:pt>
                <c:pt idx="38">
                  <c:v>1.851220690298033</c:v>
                </c:pt>
                <c:pt idx="39">
                  <c:v>1.652799409030749</c:v>
                </c:pt>
                <c:pt idx="40">
                  <c:v>1.613608350365875</c:v>
                </c:pt>
                <c:pt idx="41">
                  <c:v>2.738181100722342</c:v>
                </c:pt>
                <c:pt idx="42">
                  <c:v>2.313284124045544</c:v>
                </c:pt>
                <c:pt idx="43">
                  <c:v>2.646931635019853</c:v>
                </c:pt>
                <c:pt idx="44">
                  <c:v>1.24271569397191</c:v>
                </c:pt>
                <c:pt idx="45">
                  <c:v>1.613993311505262</c:v>
                </c:pt>
                <c:pt idx="46">
                  <c:v>1.066546901065058</c:v>
                </c:pt>
                <c:pt idx="47">
                  <c:v>1.248981773131767</c:v>
                </c:pt>
                <c:pt idx="48">
                  <c:v>1.293487330681723</c:v>
                </c:pt>
                <c:pt idx="49">
                  <c:v>2.58916181424715</c:v>
                </c:pt>
                <c:pt idx="50">
                  <c:v>1.874828872030315</c:v>
                </c:pt>
                <c:pt idx="51">
                  <c:v>2.107262807805102</c:v>
                </c:pt>
                <c:pt idx="52">
                  <c:v>1.160656364692816</c:v>
                </c:pt>
                <c:pt idx="53">
                  <c:v>1.510930227428143</c:v>
                </c:pt>
                <c:pt idx="54">
                  <c:v>0.9741311377408224</c:v>
                </c:pt>
                <c:pt idx="55">
                  <c:v>1.160112155181581</c:v>
                </c:pt>
                <c:pt idx="56">
                  <c:v>2.065398508506176</c:v>
                </c:pt>
                <c:pt idx="57">
                  <c:v>9.412206618874595</c:v>
                </c:pt>
                <c:pt idx="58">
                  <c:v>5.381389080236006</c:v>
                </c:pt>
                <c:pt idx="59">
                  <c:v>6.543447977386765</c:v>
                </c:pt>
                <c:pt idx="60">
                  <c:v>0.9600615022493878</c:v>
                </c:pt>
                <c:pt idx="61">
                  <c:v>3.165935261243014</c:v>
                </c:pt>
                <c:pt idx="62">
                  <c:v>1.67828313484173</c:v>
                </c:pt>
                <c:pt idx="63">
                  <c:v>1.405167429723268</c:v>
                </c:pt>
                <c:pt idx="64">
                  <c:v>1.391962252944864</c:v>
                </c:pt>
                <c:pt idx="65">
                  <c:v>1.735408754747152</c:v>
                </c:pt>
                <c:pt idx="66">
                  <c:v>1.480348829258893</c:v>
                </c:pt>
                <c:pt idx="67">
                  <c:v>1.681039318218829</c:v>
                </c:pt>
                <c:pt idx="68">
                  <c:v>0.96019643318687</c:v>
                </c:pt>
                <c:pt idx="69">
                  <c:v>1.035150272829633</c:v>
                </c:pt>
                <c:pt idx="70">
                  <c:v>0.7976400625072346</c:v>
                </c:pt>
                <c:pt idx="71">
                  <c:v>0.9331052904663988</c:v>
                </c:pt>
                <c:pt idx="72">
                  <c:v>0.9085724141445422</c:v>
                </c:pt>
                <c:pt idx="73">
                  <c:v>1.544303797468354</c:v>
                </c:pt>
                <c:pt idx="74">
                  <c:v>1.108696766258392</c:v>
                </c:pt>
                <c:pt idx="75">
                  <c:v>1.31233566611326</c:v>
                </c:pt>
                <c:pt idx="76">
                  <c:v>0.5642539930998086</c:v>
                </c:pt>
                <c:pt idx="77">
                  <c:v>0.9246323860261696</c:v>
                </c:pt>
                <c:pt idx="78">
                  <c:v>0.6592390231057863</c:v>
                </c:pt>
                <c:pt idx="79">
                  <c:v>0.7121605799611862</c:v>
                </c:pt>
                <c:pt idx="80">
                  <c:v>1.000372729737056</c:v>
                </c:pt>
                <c:pt idx="81">
                  <c:v>2.799504463758996</c:v>
                </c:pt>
                <c:pt idx="82">
                  <c:v>1.712355196369869</c:v>
                </c:pt>
                <c:pt idx="83">
                  <c:v>2.090572202398865</c:v>
                </c:pt>
                <c:pt idx="84">
                  <c:v>0.8150306898292115</c:v>
                </c:pt>
                <c:pt idx="85">
                  <c:v>1.379174105183061</c:v>
                </c:pt>
                <c:pt idx="86">
                  <c:v>0.8766095547177015</c:v>
                </c:pt>
                <c:pt idx="87">
                  <c:v>0.8796663929300615</c:v>
                </c:pt>
                <c:pt idx="88">
                  <c:v>4.661836847867818</c:v>
                </c:pt>
                <c:pt idx="89">
                  <c:v>15.02917403255638</c:v>
                </c:pt>
                <c:pt idx="90">
                  <c:v>10.08358963594382</c:v>
                </c:pt>
                <c:pt idx="91">
                  <c:v>10.96538049681694</c:v>
                </c:pt>
                <c:pt idx="92">
                  <c:v>1.445488052131443</c:v>
                </c:pt>
                <c:pt idx="93">
                  <c:v>3.93308868501529</c:v>
                </c:pt>
                <c:pt idx="94">
                  <c:v>2.463964969337542</c:v>
                </c:pt>
                <c:pt idx="95">
                  <c:v>1.994938694477295</c:v>
                </c:pt>
                <c:pt idx="96">
                  <c:v>1.886006345231828</c:v>
                </c:pt>
                <c:pt idx="97">
                  <c:v>3.734032501889645</c:v>
                </c:pt>
                <c:pt idx="98">
                  <c:v>2.69955491665054</c:v>
                </c:pt>
                <c:pt idx="99">
                  <c:v>3.677584134615385</c:v>
                </c:pt>
                <c:pt idx="100">
                  <c:v>1.280073097092007</c:v>
                </c:pt>
                <c:pt idx="101">
                  <c:v>1.810698918163185</c:v>
                </c:pt>
                <c:pt idx="102">
                  <c:v>1.190411144859417</c:v>
                </c:pt>
                <c:pt idx="103">
                  <c:v>1.360560033064683</c:v>
                </c:pt>
                <c:pt idx="104">
                  <c:v>1.827379075658574</c:v>
                </c:pt>
                <c:pt idx="105">
                  <c:v>4.732140445644834</c:v>
                </c:pt>
                <c:pt idx="106">
                  <c:v>3.347017934984548</c:v>
                </c:pt>
                <c:pt idx="107">
                  <c:v>4.060843108608388</c:v>
                </c:pt>
                <c:pt idx="108">
                  <c:v>1.118668153030099</c:v>
                </c:pt>
                <c:pt idx="109">
                  <c:v>1.93170264149525</c:v>
                </c:pt>
                <c:pt idx="110">
                  <c:v>1.526232007533294</c:v>
                </c:pt>
                <c:pt idx="111">
                  <c:v>1.292636729539894</c:v>
                </c:pt>
                <c:pt idx="112">
                  <c:v>1.314961462759598</c:v>
                </c:pt>
                <c:pt idx="113">
                  <c:v>3.565302174180076</c:v>
                </c:pt>
                <c:pt idx="114">
                  <c:v>2.368435286202393</c:v>
                </c:pt>
                <c:pt idx="115">
                  <c:v>2.678654692629066</c:v>
                </c:pt>
                <c:pt idx="116">
                  <c:v>1.155423037106116</c:v>
                </c:pt>
                <c:pt idx="117">
                  <c:v>1.780938420678345</c:v>
                </c:pt>
                <c:pt idx="118">
                  <c:v>1.096429655929551</c:v>
                </c:pt>
                <c:pt idx="119">
                  <c:v>1.218318718666091</c:v>
                </c:pt>
                <c:pt idx="120">
                  <c:v>3.812978039690769</c:v>
                </c:pt>
                <c:pt idx="121">
                  <c:v>12.31686773176828</c:v>
                </c:pt>
                <c:pt idx="122">
                  <c:v>7.90178284696108</c:v>
                </c:pt>
                <c:pt idx="123">
                  <c:v>8.502029482694201</c:v>
                </c:pt>
                <c:pt idx="124">
                  <c:v>1.283967019006418</c:v>
                </c:pt>
                <c:pt idx="125">
                  <c:v>3.563883327772217</c:v>
                </c:pt>
                <c:pt idx="126">
                  <c:v>2.258826457446935</c:v>
                </c:pt>
                <c:pt idx="127">
                  <c:v>1.652355792402899</c:v>
                </c:pt>
                <c:pt idx="128">
                  <c:v>1.661592157265308</c:v>
                </c:pt>
                <c:pt idx="129">
                  <c:v>2.409561073877504</c:v>
                </c:pt>
                <c:pt idx="130">
                  <c:v>1.956835493785915</c:v>
                </c:pt>
                <c:pt idx="131">
                  <c:v>2.2898826314729</c:v>
                </c:pt>
                <c:pt idx="132">
                  <c:v>1.04956781605303</c:v>
                </c:pt>
                <c:pt idx="133">
                  <c:v>1.378235197430808</c:v>
                </c:pt>
                <c:pt idx="134">
                  <c:v>1.090799087820543</c:v>
                </c:pt>
                <c:pt idx="135">
                  <c:v>1.041317598410397</c:v>
                </c:pt>
                <c:pt idx="136">
                  <c:v>1.385546278951482</c:v>
                </c:pt>
                <c:pt idx="137">
                  <c:v>2.95935893857042</c:v>
                </c:pt>
                <c:pt idx="138">
                  <c:v>2.113162522952484</c:v>
                </c:pt>
                <c:pt idx="139">
                  <c:v>2.342196558005245</c:v>
                </c:pt>
                <c:pt idx="140">
                  <c:v>0.8679020686548917</c:v>
                </c:pt>
                <c:pt idx="141">
                  <c:v>1.402240824968632</c:v>
                </c:pt>
                <c:pt idx="142">
                  <c:v>1.044336000932688</c:v>
                </c:pt>
                <c:pt idx="143">
                  <c:v>0.941533670688984</c:v>
                </c:pt>
                <c:pt idx="144">
                  <c:v>1.499267877896478</c:v>
                </c:pt>
                <c:pt idx="145">
                  <c:v>3.981348008757915</c:v>
                </c:pt>
                <c:pt idx="146">
                  <c:v>2.625688933261341</c:v>
                </c:pt>
                <c:pt idx="147">
                  <c:v>2.859154244188876</c:v>
                </c:pt>
                <c:pt idx="148">
                  <c:v>1.064233627335232</c:v>
                </c:pt>
                <c:pt idx="149">
                  <c:v>1.785861902462578</c:v>
                </c:pt>
                <c:pt idx="150">
                  <c:v>1.270917334193502</c:v>
                </c:pt>
                <c:pt idx="151">
                  <c:v>1.17791274398492</c:v>
                </c:pt>
                <c:pt idx="152">
                  <c:v>3.666250150643485</c:v>
                </c:pt>
                <c:pt idx="153">
                  <c:v>10.10950970423096</c:v>
                </c:pt>
                <c:pt idx="154">
                  <c:v>6.84169991827316</c:v>
                </c:pt>
                <c:pt idx="155">
                  <c:v>7.241976989357993</c:v>
                </c:pt>
                <c:pt idx="156">
                  <c:v>1.575309953094704</c:v>
                </c:pt>
                <c:pt idx="157">
                  <c:v>4.741550617543215</c:v>
                </c:pt>
                <c:pt idx="158">
                  <c:v>2.100522826497063</c:v>
                </c:pt>
                <c:pt idx="159">
                  <c:v>1.867496084913868</c:v>
                </c:pt>
                <c:pt idx="160">
                  <c:v>2.040554055943304</c:v>
                </c:pt>
                <c:pt idx="161">
                  <c:v>4.039941118743867</c:v>
                </c:pt>
                <c:pt idx="162">
                  <c:v>2.984893861708755</c:v>
                </c:pt>
                <c:pt idx="163">
                  <c:v>3.483497533822765</c:v>
                </c:pt>
                <c:pt idx="164">
                  <c:v>1.526916931643807</c:v>
                </c:pt>
                <c:pt idx="165">
                  <c:v>1.965908473040326</c:v>
                </c:pt>
                <c:pt idx="166">
                  <c:v>1.332556081288083</c:v>
                </c:pt>
                <c:pt idx="167">
                  <c:v>1.326155602733128</c:v>
                </c:pt>
                <c:pt idx="168">
                  <c:v>1.754284383482437</c:v>
                </c:pt>
                <c:pt idx="169">
                  <c:v>4.000857870071679</c:v>
                </c:pt>
                <c:pt idx="170">
                  <c:v>2.666227338748723</c:v>
                </c:pt>
                <c:pt idx="171">
                  <c:v>2.923458325629864</c:v>
                </c:pt>
                <c:pt idx="172">
                  <c:v>1.452012794231993</c:v>
                </c:pt>
                <c:pt idx="173">
                  <c:v>1.786391804729986</c:v>
                </c:pt>
                <c:pt idx="174">
                  <c:v>1.287983645791783</c:v>
                </c:pt>
                <c:pt idx="175">
                  <c:v>1.319000742184633</c:v>
                </c:pt>
                <c:pt idx="176">
                  <c:v>8.180597838155341</c:v>
                </c:pt>
                <c:pt idx="177">
                  <c:v>16.7773965736182</c:v>
                </c:pt>
                <c:pt idx="178">
                  <c:v>16.59572202503269</c:v>
                </c:pt>
                <c:pt idx="179">
                  <c:v>2.264191979443884</c:v>
                </c:pt>
                <c:pt idx="180">
                  <c:v>6.619927107201624</c:v>
                </c:pt>
                <c:pt idx="181">
                  <c:v>3.924538180646547</c:v>
                </c:pt>
                <c:pt idx="182">
                  <c:v>2.90606251388786</c:v>
                </c:pt>
                <c:pt idx="183">
                  <c:v>2.797787207799836</c:v>
                </c:pt>
                <c:pt idx="184">
                  <c:v>6.656303602058319</c:v>
                </c:pt>
                <c:pt idx="185">
                  <c:v>4.799743146103491</c:v>
                </c:pt>
                <c:pt idx="186">
                  <c:v>5.847530484286649</c:v>
                </c:pt>
                <c:pt idx="187">
                  <c:v>1.697196477277353</c:v>
                </c:pt>
                <c:pt idx="188">
                  <c:v>2.957523378744638</c:v>
                </c:pt>
                <c:pt idx="189">
                  <c:v>1.81469172587669</c:v>
                </c:pt>
                <c:pt idx="190">
                  <c:v>1.796455414477525</c:v>
                </c:pt>
                <c:pt idx="191">
                  <c:v>3.002451346940368</c:v>
                </c:pt>
                <c:pt idx="192">
                  <c:v>8.359267835289353</c:v>
                </c:pt>
                <c:pt idx="193">
                  <c:v>5.852587532023911</c:v>
                </c:pt>
                <c:pt idx="194">
                  <c:v>6.540722917478795</c:v>
                </c:pt>
                <c:pt idx="195">
                  <c:v>1.555003454713847</c:v>
                </c:pt>
                <c:pt idx="196">
                  <c:v>3.213658426032597</c:v>
                </c:pt>
                <c:pt idx="197">
                  <c:v>2.388549303896532</c:v>
                </c:pt>
                <c:pt idx="198">
                  <c:v>1.788371610727928</c:v>
                </c:pt>
                <c:pt idx="199">
                  <c:v>2.580282590998953</c:v>
                </c:pt>
                <c:pt idx="200">
                  <c:v>8.34660271782574</c:v>
                </c:pt>
                <c:pt idx="201">
                  <c:v>5.610205634740697</c:v>
                </c:pt>
                <c:pt idx="202">
                  <c:v>5.672421379578103</c:v>
                </c:pt>
                <c:pt idx="203">
                  <c:v>1.674689766800552</c:v>
                </c:pt>
                <c:pt idx="204">
                  <c:v>3.15943236202823</c:v>
                </c:pt>
                <c:pt idx="205">
                  <c:v>2.057836464352833</c:v>
                </c:pt>
                <c:pt idx="206">
                  <c:v>1.724672235172923</c:v>
                </c:pt>
                <c:pt idx="207">
                  <c:v>2.938347151270133</c:v>
                </c:pt>
                <c:pt idx="208">
                  <c:v>11.05494647384731</c:v>
                </c:pt>
                <c:pt idx="209">
                  <c:v>6.747958716471441</c:v>
                </c:pt>
                <c:pt idx="210">
                  <c:v>7.739324228419103</c:v>
                </c:pt>
                <c:pt idx="211">
                  <c:v>1.092110581781435</c:v>
                </c:pt>
                <c:pt idx="212">
                  <c:v>3.002916206750883</c:v>
                </c:pt>
                <c:pt idx="213">
                  <c:v>1.925448296330337</c:v>
                </c:pt>
                <c:pt idx="214">
                  <c:v>1.411956868389977</c:v>
                </c:pt>
                <c:pt idx="215">
                  <c:v>1.60522026748478</c:v>
                </c:pt>
                <c:pt idx="216">
                  <c:v>1.877005109975561</c:v>
                </c:pt>
                <c:pt idx="217">
                  <c:v>1.745229856648542</c:v>
                </c:pt>
                <c:pt idx="218">
                  <c:v>1.988570888825918</c:v>
                </c:pt>
                <c:pt idx="219">
                  <c:v>1.152710831104292</c:v>
                </c:pt>
                <c:pt idx="220">
                  <c:v>1.097009663639003</c:v>
                </c:pt>
                <c:pt idx="221">
                  <c:v>1.197759507024565</c:v>
                </c:pt>
                <c:pt idx="222">
                  <c:v>1.156818166531019</c:v>
                </c:pt>
                <c:pt idx="223">
                  <c:v>2.426466777236447</c:v>
                </c:pt>
                <c:pt idx="224">
                  <c:v>1.706886631227296</c:v>
                </c:pt>
                <c:pt idx="225">
                  <c:v>1.931115172940184</c:v>
                </c:pt>
                <c:pt idx="226">
                  <c:v>0.7387069110845617</c:v>
                </c:pt>
                <c:pt idx="227">
                  <c:v>1.174672738433427</c:v>
                </c:pt>
                <c:pt idx="228">
                  <c:v>0.8945036441103184</c:v>
                </c:pt>
                <c:pt idx="229">
                  <c:v>0.8517927720146714</c:v>
                </c:pt>
                <c:pt idx="230">
                  <c:v>1.254904224511983</c:v>
                </c:pt>
                <c:pt idx="231">
                  <c:v>2.76001583680549</c:v>
                </c:pt>
                <c:pt idx="232">
                  <c:v>1.965010566326748</c:v>
                </c:pt>
                <c:pt idx="233">
                  <c:v>2.126691598874195</c:v>
                </c:pt>
                <c:pt idx="234">
                  <c:v>1.066802112102261</c:v>
                </c:pt>
                <c:pt idx="235">
                  <c:v>1.526897922013412</c:v>
                </c:pt>
                <c:pt idx="236">
                  <c:v>1.138530085022891</c:v>
                </c:pt>
                <c:pt idx="237">
                  <c:v>1.127732292151116</c:v>
                </c:pt>
                <c:pt idx="238">
                  <c:v>2.697508277965758</c:v>
                </c:pt>
                <c:pt idx="239">
                  <c:v>7.638582145631934</c:v>
                </c:pt>
                <c:pt idx="240">
                  <c:v>5.420446425714804</c:v>
                </c:pt>
                <c:pt idx="241">
                  <c:v>5.802426802572171</c:v>
                </c:pt>
                <c:pt idx="242">
                  <c:v>1.200772403370869</c:v>
                </c:pt>
                <c:pt idx="243">
                  <c:v>2.484139533382813</c:v>
                </c:pt>
                <c:pt idx="244">
                  <c:v>1.659274565514188</c:v>
                </c:pt>
                <c:pt idx="245">
                  <c:v>1.4470936754005</c:v>
                </c:pt>
                <c:pt idx="246">
                  <c:v>1.709996349176591</c:v>
                </c:pt>
                <c:pt idx="247">
                  <c:v>2.998872800799498</c:v>
                </c:pt>
                <c:pt idx="248">
                  <c:v>2.678626688145889</c:v>
                </c:pt>
                <c:pt idx="249">
                  <c:v>2.711346275343174</c:v>
                </c:pt>
                <c:pt idx="250">
                  <c:v>1.24487226124185</c:v>
                </c:pt>
                <c:pt idx="251">
                  <c:v>1.146392378638935</c:v>
                </c:pt>
                <c:pt idx="252">
                  <c:v>1.28026390859751</c:v>
                </c:pt>
                <c:pt idx="253">
                  <c:v>1.37546529831275</c:v>
                </c:pt>
                <c:pt idx="254">
                  <c:v>2.874700612081966</c:v>
                </c:pt>
                <c:pt idx="255">
                  <c:v>2.214364988165041</c:v>
                </c:pt>
                <c:pt idx="256">
                  <c:v>2.259004689422746</c:v>
                </c:pt>
                <c:pt idx="257">
                  <c:v>1.157139827649361</c:v>
                </c:pt>
                <c:pt idx="258">
                  <c:v>1.538597826493818</c:v>
                </c:pt>
                <c:pt idx="259">
                  <c:v>1.074526763102546</c:v>
                </c:pt>
                <c:pt idx="260">
                  <c:v>1.182270539239548</c:v>
                </c:pt>
                <c:pt idx="261">
                  <c:v>1.50240943580957</c:v>
                </c:pt>
                <c:pt idx="262">
                  <c:v>5.369556376453045</c:v>
                </c:pt>
                <c:pt idx="263">
                  <c:v>3.091415977961432</c:v>
                </c:pt>
                <c:pt idx="264">
                  <c:v>3.863716575574128</c:v>
                </c:pt>
                <c:pt idx="265">
                  <c:v>0.783123512233429</c:v>
                </c:pt>
                <c:pt idx="266">
                  <c:v>1.735597054912779</c:v>
                </c:pt>
                <c:pt idx="267">
                  <c:v>1.062565458734814</c:v>
                </c:pt>
                <c:pt idx="268">
                  <c:v>0.9326125119693583</c:v>
                </c:pt>
                <c:pt idx="269">
                  <c:v>1.417702096934324</c:v>
                </c:pt>
                <c:pt idx="270">
                  <c:v>1.811208246117043</c:v>
                </c:pt>
                <c:pt idx="271">
                  <c:v>1.625666169260286</c:v>
                </c:pt>
                <c:pt idx="272">
                  <c:v>1.69808322861146</c:v>
                </c:pt>
                <c:pt idx="273">
                  <c:v>1.009917650358208</c:v>
                </c:pt>
                <c:pt idx="274">
                  <c:v>0.8870279279645514</c:v>
                </c:pt>
                <c:pt idx="275">
                  <c:v>0.96777864615469</c:v>
                </c:pt>
                <c:pt idx="276">
                  <c:v>0.9008128006724556</c:v>
                </c:pt>
                <c:pt idx="277">
                  <c:v>1.475271717572392</c:v>
                </c:pt>
                <c:pt idx="278">
                  <c:v>1.077242115980005</c:v>
                </c:pt>
                <c:pt idx="279">
                  <c:v>1.246229566273597</c:v>
                </c:pt>
                <c:pt idx="280">
                  <c:v>0.931436356966934</c:v>
                </c:pt>
                <c:pt idx="281">
                  <c:v>1.948639912685753</c:v>
                </c:pt>
                <c:pt idx="282">
                  <c:v>1.581913572107677</c:v>
                </c:pt>
                <c:pt idx="283">
                  <c:v>1.546286876907426</c:v>
                </c:pt>
                <c:pt idx="284">
                  <c:v>0.8523468858367692</c:v>
                </c:pt>
                <c:pt idx="285">
                  <c:v>0.7907634438562273</c:v>
                </c:pt>
                <c:pt idx="286">
                  <c:v>0.8232384577818405</c:v>
                </c:pt>
                <c:pt idx="287">
                  <c:v>5.255461633472287</c:v>
                </c:pt>
                <c:pt idx="288">
                  <c:v>16.26496840656854</c:v>
                </c:pt>
                <c:pt idx="289">
                  <c:v>10.90334000307834</c:v>
                </c:pt>
                <c:pt idx="290">
                  <c:v>11.65323230182281</c:v>
                </c:pt>
                <c:pt idx="291">
                  <c:v>1.514297215873675</c:v>
                </c:pt>
                <c:pt idx="292">
                  <c:v>4.024094090757583</c:v>
                </c:pt>
                <c:pt idx="293">
                  <c:v>2.515006355997892</c:v>
                </c:pt>
                <c:pt idx="294">
                  <c:v>1.997240274192112</c:v>
                </c:pt>
                <c:pt idx="295">
                  <c:v>2.079558745675486</c:v>
                </c:pt>
                <c:pt idx="296">
                  <c:v>4.506926913367404</c:v>
                </c:pt>
                <c:pt idx="297">
                  <c:v>3.426748274514911</c:v>
                </c:pt>
                <c:pt idx="298">
                  <c:v>3.983653716494614</c:v>
                </c:pt>
                <c:pt idx="299">
                  <c:v>1.292271243033562</c:v>
                </c:pt>
                <c:pt idx="300">
                  <c:v>2.199773098204689</c:v>
                </c:pt>
                <c:pt idx="301">
                  <c:v>1.401653270994252</c:v>
                </c:pt>
                <c:pt idx="302">
                  <c:v>1.484265414833659</c:v>
                </c:pt>
                <c:pt idx="303">
                  <c:v>2.080950116207073</c:v>
                </c:pt>
                <c:pt idx="304">
                  <c:v>5.629715420251489</c:v>
                </c:pt>
                <c:pt idx="305">
                  <c:v>3.757021435826161</c:v>
                </c:pt>
                <c:pt idx="306">
                  <c:v>4.227370241106593</c:v>
                </c:pt>
                <c:pt idx="307">
                  <c:v>1.055088824304498</c:v>
                </c:pt>
                <c:pt idx="308">
                  <c:v>2.035031887035947</c:v>
                </c:pt>
                <c:pt idx="309">
                  <c:v>1.481634536299625</c:v>
                </c:pt>
                <c:pt idx="310">
                  <c:v>1.287191624943104</c:v>
                </c:pt>
                <c:pt idx="311">
                  <c:v>1.578866191690547</c:v>
                </c:pt>
                <c:pt idx="312">
                  <c:v>4.349943667976006</c:v>
                </c:pt>
                <c:pt idx="313">
                  <c:v>2.952746137363257</c:v>
                </c:pt>
                <c:pt idx="314">
                  <c:v>3.15660600680574</c:v>
                </c:pt>
                <c:pt idx="315">
                  <c:v>1.190703340826027</c:v>
                </c:pt>
                <c:pt idx="316">
                  <c:v>1.916098713185542</c:v>
                </c:pt>
                <c:pt idx="317">
                  <c:v>1.239590215118963</c:v>
                </c:pt>
                <c:pt idx="318">
                  <c:v>1.274373501560386</c:v>
                </c:pt>
                <c:pt idx="319">
                  <c:v>3.319260845020038</c:v>
                </c:pt>
                <c:pt idx="320">
                  <c:v>10.35680228346542</c:v>
                </c:pt>
                <c:pt idx="321">
                  <c:v>6.868035811505656</c:v>
                </c:pt>
                <c:pt idx="322">
                  <c:v>7.336958369990315</c:v>
                </c:pt>
                <c:pt idx="323">
                  <c:v>1.147205534563841</c:v>
                </c:pt>
                <c:pt idx="324">
                  <c:v>2.747377330599399</c:v>
                </c:pt>
                <c:pt idx="325">
                  <c:v>1.866873217756816</c:v>
                </c:pt>
                <c:pt idx="326">
                  <c:v>1.411938525391359</c:v>
                </c:pt>
                <c:pt idx="327">
                  <c:v>1.571810326909944</c:v>
                </c:pt>
                <c:pt idx="328">
                  <c:v>2.197972693421597</c:v>
                </c:pt>
                <c:pt idx="329">
                  <c:v>1.787956455463976</c:v>
                </c:pt>
                <c:pt idx="330">
                  <c:v>2.052698993595608</c:v>
                </c:pt>
                <c:pt idx="331">
                  <c:v>1.08707222642517</c:v>
                </c:pt>
                <c:pt idx="332">
                  <c:v>1.279635061336272</c:v>
                </c:pt>
                <c:pt idx="333">
                  <c:v>1.026562945733032</c:v>
                </c:pt>
                <c:pt idx="334">
                  <c:v>1.10633179188587</c:v>
                </c:pt>
                <c:pt idx="335">
                  <c:v>1.227789173423929</c:v>
                </c:pt>
                <c:pt idx="336">
                  <c:v>2.376568720379147</c:v>
                </c:pt>
                <c:pt idx="337">
                  <c:v>1.783086532563932</c:v>
                </c:pt>
                <c:pt idx="338">
                  <c:v>2.013906657421604</c:v>
                </c:pt>
                <c:pt idx="339">
                  <c:v>0.7964524231390798</c:v>
                </c:pt>
                <c:pt idx="340">
                  <c:v>1.204676051199416</c:v>
                </c:pt>
                <c:pt idx="341">
                  <c:v>0.8104750322247063</c:v>
                </c:pt>
                <c:pt idx="342">
                  <c:v>0.8517323293442697</c:v>
                </c:pt>
                <c:pt idx="343">
                  <c:v>1.338259780826869</c:v>
                </c:pt>
                <c:pt idx="344">
                  <c:v>3.076050814221161</c:v>
                </c:pt>
                <c:pt idx="345">
                  <c:v>2.069730330051864</c:v>
                </c:pt>
                <c:pt idx="346">
                  <c:v>2.320459456715639</c:v>
                </c:pt>
                <c:pt idx="347">
                  <c:v>1.027296314873643</c:v>
                </c:pt>
                <c:pt idx="348">
                  <c:v>1.503352000160575</c:v>
                </c:pt>
                <c:pt idx="349">
                  <c:v>1.093870384444037</c:v>
                </c:pt>
                <c:pt idx="350">
                  <c:v>1.058486967577877</c:v>
                </c:pt>
                <c:pt idx="351">
                  <c:v>3.524763696214437</c:v>
                </c:pt>
                <c:pt idx="352">
                  <c:v>9.747217254357633</c:v>
                </c:pt>
                <c:pt idx="353">
                  <c:v>6.644958334994618</c:v>
                </c:pt>
                <c:pt idx="354">
                  <c:v>7.183228320396656</c:v>
                </c:pt>
                <c:pt idx="355">
                  <c:v>1.582514040809598</c:v>
                </c:pt>
                <c:pt idx="356">
                  <c:v>3.191348615145676</c:v>
                </c:pt>
                <c:pt idx="357">
                  <c:v>2.039258721409948</c:v>
                </c:pt>
                <c:pt idx="358">
                  <c:v>1.786459076425548</c:v>
                </c:pt>
                <c:pt idx="359">
                  <c:v>1.893113663676253</c:v>
                </c:pt>
                <c:pt idx="360">
                  <c:v>3.417254520108441</c:v>
                </c:pt>
                <c:pt idx="361">
                  <c:v>2.601685672525467</c:v>
                </c:pt>
                <c:pt idx="362">
                  <c:v>3.05845385222193</c:v>
                </c:pt>
                <c:pt idx="363">
                  <c:v>1.518304227191121</c:v>
                </c:pt>
                <c:pt idx="364">
                  <c:v>1.883612190197305</c:v>
                </c:pt>
                <c:pt idx="365">
                  <c:v>1.311328589494347</c:v>
                </c:pt>
                <c:pt idx="366">
                  <c:v>1.406765714708357</c:v>
                </c:pt>
                <c:pt idx="367">
                  <c:v>1.671849235618761</c:v>
                </c:pt>
                <c:pt idx="368">
                  <c:v>3.344731865459948</c:v>
                </c:pt>
                <c:pt idx="369">
                  <c:v>2.489830351777377</c:v>
                </c:pt>
                <c:pt idx="370">
                  <c:v>2.639629468065998</c:v>
                </c:pt>
                <c:pt idx="371">
                  <c:v>1.445321819024241</c:v>
                </c:pt>
                <c:pt idx="372">
                  <c:v>1.713399978346386</c:v>
                </c:pt>
                <c:pt idx="373">
                  <c:v>1.241229972665744</c:v>
                </c:pt>
                <c:pt idx="374">
                  <c:v>1.312754758610374</c:v>
                </c:pt>
                <c:pt idx="375">
                  <c:v>1.747859762509297</c:v>
                </c:pt>
                <c:pt idx="376">
                  <c:v>5.619311513887078</c:v>
                </c:pt>
                <c:pt idx="377">
                  <c:v>3.338404424287655</c:v>
                </c:pt>
                <c:pt idx="378">
                  <c:v>3.859813370751194</c:v>
                </c:pt>
                <c:pt idx="379">
                  <c:v>0.9358412098298676</c:v>
                </c:pt>
                <c:pt idx="380">
                  <c:v>1.874893912045615</c:v>
                </c:pt>
                <c:pt idx="381">
                  <c:v>1.299445273122556</c:v>
                </c:pt>
                <c:pt idx="382">
                  <c:v>1.052281911371886</c:v>
                </c:pt>
                <c:pt idx="383">
                  <c:v>1.548996920144974</c:v>
                </c:pt>
                <c:pt idx="384">
                  <c:v>2.031510454744846</c:v>
                </c:pt>
                <c:pt idx="385">
                  <c:v>1.691809582032884</c:v>
                </c:pt>
                <c:pt idx="386">
                  <c:v>1.906309592902744</c:v>
                </c:pt>
                <c:pt idx="387">
                  <c:v>1.144762175827488</c:v>
                </c:pt>
                <c:pt idx="388">
                  <c:v>1.153898458748867</c:v>
                </c:pt>
                <c:pt idx="389">
                  <c:v>0.9607776284299904</c:v>
                </c:pt>
                <c:pt idx="390">
                  <c:v>0.9335834487468934</c:v>
                </c:pt>
                <c:pt idx="391">
                  <c:v>0.9695698233585678</c:v>
                </c:pt>
                <c:pt idx="392">
                  <c:v>1.741851920655562</c:v>
                </c:pt>
                <c:pt idx="393">
                  <c:v>1.305802816014607</c:v>
                </c:pt>
                <c:pt idx="394">
                  <c:v>1.410494779045689</c:v>
                </c:pt>
                <c:pt idx="395">
                  <c:v>0.7133563687533614</c:v>
                </c:pt>
                <c:pt idx="396">
                  <c:v>0.9031532595651394</c:v>
                </c:pt>
                <c:pt idx="397">
                  <c:v>0.6608180683768933</c:v>
                </c:pt>
                <c:pt idx="398">
                  <c:v>0.697518851012479</c:v>
                </c:pt>
                <c:pt idx="399">
                  <c:v>1.098778709074655</c:v>
                </c:pt>
                <c:pt idx="400">
                  <c:v>2.483175654743464</c:v>
                </c:pt>
                <c:pt idx="401">
                  <c:v>1.640665177649731</c:v>
                </c:pt>
                <c:pt idx="402">
                  <c:v>1.80814297639827</c:v>
                </c:pt>
                <c:pt idx="403">
                  <c:v>0.9767901596134134</c:v>
                </c:pt>
                <c:pt idx="404">
                  <c:v>1.28038445334927</c:v>
                </c:pt>
                <c:pt idx="405">
                  <c:v>0.8824609809331632</c:v>
                </c:pt>
                <c:pt idx="406">
                  <c:v>0.8477374117557149</c:v>
                </c:pt>
                <c:pt idx="407">
                  <c:v>10.33872740706035</c:v>
                </c:pt>
                <c:pt idx="408">
                  <c:v>2.646783809906496</c:v>
                </c:pt>
                <c:pt idx="409">
                  <c:v>7.301359612141653</c:v>
                </c:pt>
                <c:pt idx="410">
                  <c:v>4.691764916041444</c:v>
                </c:pt>
                <c:pt idx="411">
                  <c:v>3.485291349086391</c:v>
                </c:pt>
                <c:pt idx="412">
                  <c:v>2.767132953395998</c:v>
                </c:pt>
                <c:pt idx="413">
                  <c:v>6.353708452117409</c:v>
                </c:pt>
                <c:pt idx="414">
                  <c:v>4.615053165612621</c:v>
                </c:pt>
                <c:pt idx="415">
                  <c:v>5.727637439837374</c:v>
                </c:pt>
                <c:pt idx="416">
                  <c:v>1.70716777326844</c:v>
                </c:pt>
                <c:pt idx="417">
                  <c:v>2.744019118409974</c:v>
                </c:pt>
                <c:pt idx="418">
                  <c:v>1.760270576568919</c:v>
                </c:pt>
                <c:pt idx="419">
                  <c:v>1.777060049147613</c:v>
                </c:pt>
                <c:pt idx="420">
                  <c:v>2.592824913430261</c:v>
                </c:pt>
                <c:pt idx="421">
                  <c:v>6.570976401298129</c:v>
                </c:pt>
                <c:pt idx="422">
                  <c:v>4.857972423546049</c:v>
                </c:pt>
                <c:pt idx="423">
                  <c:v>5.89336140985927</c:v>
                </c:pt>
                <c:pt idx="424">
                  <c:v>1.384993822307088</c:v>
                </c:pt>
                <c:pt idx="425">
                  <c:v>2.572236941710825</c:v>
                </c:pt>
                <c:pt idx="426">
                  <c:v>1.90894722070402</c:v>
                </c:pt>
                <c:pt idx="427">
                  <c:v>1.546352432339382</c:v>
                </c:pt>
                <c:pt idx="428">
                  <c:v>2.058283623587696</c:v>
                </c:pt>
                <c:pt idx="429">
                  <c:v>5.877003018330838</c:v>
                </c:pt>
                <c:pt idx="430">
                  <c:v>4.002334925872519</c:v>
                </c:pt>
                <c:pt idx="431">
                  <c:v>4.087674884824399</c:v>
                </c:pt>
                <c:pt idx="432">
                  <c:v>1.501508599922914</c:v>
                </c:pt>
                <c:pt idx="433">
                  <c:v>2.336702135202719</c:v>
                </c:pt>
                <c:pt idx="434">
                  <c:v>1.544116351554864</c:v>
                </c:pt>
                <c:pt idx="435">
                  <c:v>1.484556495171047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Sheet1!$B$439</c:f>
              <c:strCache>
                <c:ptCount val="1"/>
                <c:pt idx="0">
                  <c:v>TTACAGC</c:v>
                </c:pt>
              </c:strCache>
            </c:strRef>
          </c:tx>
          <c:spPr>
            <a:ln w="47625">
              <a:noFill/>
            </a:ln>
          </c:spPr>
          <c:marker>
            <c:size val="10"/>
            <c:spPr>
              <a:solidFill>
                <a:srgbClr val="D2235F"/>
              </a:solidFill>
              <a:ln>
                <a:solidFill>
                  <a:srgbClr val="D2235F"/>
                </a:solidFill>
              </a:ln>
            </c:spPr>
          </c:marker>
          <c:xVal>
            <c:numRef>
              <c:f>Sheet1!$A$440:$A$440</c:f>
              <c:numCache>
                <c:formatCode>General</c:formatCode>
                <c:ptCount val="1"/>
                <c:pt idx="0">
                  <c:v>29.48998263970347</c:v>
                </c:pt>
              </c:numCache>
            </c:numRef>
          </c:xVal>
          <c:yVal>
            <c:numRef>
              <c:f>Sheet1!$B$440:$B$440</c:f>
              <c:numCache>
                <c:formatCode>General</c:formatCode>
                <c:ptCount val="1"/>
                <c:pt idx="0">
                  <c:v>25.23622239892348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Sheet1!$B$442</c:f>
              <c:strCache>
                <c:ptCount val="1"/>
                <c:pt idx="0">
                  <c:v>CTACAGC</c:v>
                </c:pt>
              </c:strCache>
            </c:strRef>
          </c:tx>
          <c:spPr>
            <a:ln w="47625">
              <a:noFill/>
            </a:ln>
          </c:spPr>
          <c:marker>
            <c:size val="10"/>
            <c:spPr>
              <a:solidFill>
                <a:srgbClr val="E67D19"/>
              </a:solidFill>
              <a:ln>
                <a:solidFill>
                  <a:srgbClr val="E67D19"/>
                </a:solidFill>
              </a:ln>
            </c:spPr>
          </c:marker>
          <c:xVal>
            <c:numRef>
              <c:f>Sheet1!$A$443:$A$443</c:f>
              <c:numCache>
                <c:formatCode>General</c:formatCode>
                <c:ptCount val="1"/>
                <c:pt idx="0">
                  <c:v>27.17361574382922</c:v>
                </c:pt>
              </c:numCache>
            </c:numRef>
          </c:xVal>
          <c:yVal>
            <c:numRef>
              <c:f>Sheet1!$B$443:$B$443</c:f>
              <c:numCache>
                <c:formatCode>General</c:formatCode>
                <c:ptCount val="1"/>
                <c:pt idx="0">
                  <c:v>22.7086513994911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Sheet1!$B$445</c:f>
              <c:strCache>
                <c:ptCount val="1"/>
                <c:pt idx="0">
                  <c:v>TTACAGG</c:v>
                </c:pt>
              </c:strCache>
            </c:strRef>
          </c:tx>
          <c:spPr>
            <a:ln w="47625">
              <a:noFill/>
            </a:ln>
          </c:spPr>
          <c:marker>
            <c:size val="10"/>
            <c:spPr>
              <a:solidFill>
                <a:srgbClr val="23915F"/>
              </a:solidFill>
              <a:ln>
                <a:solidFill>
                  <a:srgbClr val="23915F"/>
                </a:solidFill>
              </a:ln>
            </c:spPr>
          </c:marker>
          <c:xVal>
            <c:numRef>
              <c:f>Sheet1!$A$446:$A$446</c:f>
              <c:numCache>
                <c:formatCode>General</c:formatCode>
                <c:ptCount val="1"/>
                <c:pt idx="0">
                  <c:v>25.40696989336004</c:v>
                </c:pt>
              </c:numCache>
            </c:numRef>
          </c:xVal>
          <c:yVal>
            <c:numRef>
              <c:f>Sheet1!$B$446:$B$446</c:f>
              <c:numCache>
                <c:formatCode>General</c:formatCode>
                <c:ptCount val="1"/>
                <c:pt idx="0">
                  <c:v>20.56089449477507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Sheet1!$B$448</c:f>
              <c:strCache>
                <c:ptCount val="1"/>
                <c:pt idx="0">
                  <c:v>TTACAGT</c:v>
                </c:pt>
              </c:strCache>
            </c:strRef>
          </c:tx>
          <c:spPr>
            <a:ln w="47625">
              <a:noFill/>
            </a:ln>
          </c:spPr>
          <c:marker>
            <c:size val="10"/>
            <c:spPr>
              <a:solidFill>
                <a:srgbClr val="8746B9"/>
              </a:solidFill>
              <a:ln>
                <a:solidFill>
                  <a:srgbClr val="8746B9"/>
                </a:solidFill>
              </a:ln>
            </c:spPr>
          </c:marker>
          <c:xVal>
            <c:numRef>
              <c:f>Sheet1!$A$449:$A$449</c:f>
              <c:numCache>
                <c:formatCode>General</c:formatCode>
                <c:ptCount val="1"/>
                <c:pt idx="0">
                  <c:v>24.13333504045887</c:v>
                </c:pt>
              </c:numCache>
            </c:numRef>
          </c:xVal>
          <c:yVal>
            <c:numRef>
              <c:f>Sheet1!$B$449:$B$449</c:f>
              <c:numCache>
                <c:formatCode>General</c:formatCode>
                <c:ptCount val="1"/>
                <c:pt idx="0">
                  <c:v>18.51594679060823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/>
                  <a:t>H1 R1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900"/>
                  <a:t>H1 R2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753"/>
                </a:solidFill>
                <a:latin typeface="Arial"/>
              </a:rPr>
              <a:t>Figure 1. Analytical framework for testing local sequence effects on human cytosine methylation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51560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81328" y="1051560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48256" y="1051560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5184" y="1051560"/>
            <a:ext cx="457200" cy="438912"/>
          </a:xfrm>
          <a:prstGeom prst="roundRect">
            <a:avLst/>
          </a:prstGeom>
          <a:solidFill>
            <a:srgbClr val="D2E1EE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1051560"/>
            <a:ext cx="457200" cy="438912"/>
          </a:xfrm>
          <a:prstGeom prst="roundRect">
            <a:avLst/>
          </a:prstGeom>
          <a:solidFill>
            <a:srgbClr val="D2E1EE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051560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051560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2896" y="1051560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2704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232323"/>
                </a:solidFill>
                <a:latin typeface="Arial"/>
              </a:rPr>
              <a:t>−3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52704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232323"/>
                </a:solidFill>
                <a:latin typeface="Arial"/>
              </a:rPr>
              <a:t>−2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8256" y="152704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232323"/>
                </a:solidFill>
                <a:latin typeface="Arial"/>
              </a:rPr>
              <a:t>−1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152704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232323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52704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232323"/>
                </a:solidFill>
                <a:latin typeface="Arial"/>
              </a:rPr>
              <a:t>+1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152704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232323"/>
                </a:solidFill>
                <a:latin typeface="Arial"/>
              </a:rPr>
              <a:t>+2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152704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232323"/>
                </a:solidFill>
                <a:latin typeface="Arial"/>
              </a:rPr>
              <a:t>+3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73736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C3753"/>
                </a:solidFill>
                <a:latin typeface="Arial"/>
              </a:rPr>
              <a:t>CpG: positional effects + all 256 NNCGNN contexts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7498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960120"/>
            <a:ext cx="1143000" cy="1234440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753"/>
                </a:solidFill>
                <a:latin typeface="Arial"/>
              </a:rPr>
              <a:t>Public WGBS
</a:t>
            </a:r>
            <a:r>
              <a:rPr sz="850">
                <a:solidFill>
                  <a:srgbClr val="232323"/>
                </a:solidFill>
                <a:latin typeface="Arial"/>
              </a:rPr>
              <a:t>H1 ×2
Liver
Pancreas
Colon
HepG2 ×2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61504" y="1389888"/>
            <a:ext cx="182880" cy="320040"/>
          </a:xfrm>
          <a:prstGeom prst="rightArrow">
            <a:avLst/>
          </a:prstGeom>
          <a:solidFill>
            <a:srgbClr val="567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62672" y="960120"/>
            <a:ext cx="1143000" cy="1234440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753"/>
                </a:solidFill>
                <a:latin typeface="Arial"/>
              </a:rPr>
              <a:t>Sequence extraction
</a:t>
            </a:r>
            <a:r>
              <a:rPr sz="850">
                <a:solidFill>
                  <a:srgbClr val="232323"/>
                </a:solidFill>
                <a:latin typeface="Arial"/>
              </a:rPr>
              <a:t>GRCh38
strand-normalized
±3 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14816" y="1389888"/>
            <a:ext cx="182880" cy="320040"/>
          </a:xfrm>
          <a:prstGeom prst="rightArrow">
            <a:avLst/>
          </a:prstGeom>
          <a:solidFill>
            <a:srgbClr val="567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15984" y="960120"/>
            <a:ext cx="1143000" cy="1234440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753"/>
                </a:solidFill>
                <a:latin typeface="Arial"/>
              </a:rPr>
              <a:t>Biological controls
</a:t>
            </a:r>
            <a:r>
              <a:rPr sz="850">
                <a:solidFill>
                  <a:srgbClr val="232323"/>
                </a:solidFill>
                <a:latin typeface="Arial"/>
              </a:rPr>
              <a:t>CpG islands
promoters
CDS/exons
genic/intergenic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168128" y="1389888"/>
            <a:ext cx="182880" cy="320040"/>
          </a:xfrm>
          <a:prstGeom prst="rightArrow">
            <a:avLst/>
          </a:prstGeom>
          <a:solidFill>
            <a:srgbClr val="567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69296" y="960120"/>
            <a:ext cx="1143000" cy="1234440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3753"/>
                </a:solidFill>
                <a:latin typeface="Arial"/>
              </a:rPr>
              <a:t>Technical control
</a:t>
            </a:r>
            <a:r>
              <a:rPr sz="850">
                <a:solidFill>
                  <a:srgbClr val="232323"/>
                </a:solidFill>
                <a:latin typeface="Arial"/>
              </a:rPr>
              <a:t>10–14×
15–19×
20–29×
≥30×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27432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035808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81328" y="3035808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48256" y="3035808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15184" y="3035808"/>
            <a:ext cx="457200" cy="438912"/>
          </a:xfrm>
          <a:prstGeom prst="roundRect">
            <a:avLst/>
          </a:prstGeom>
          <a:solidFill>
            <a:srgbClr val="E1D7EB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82112" y="3035808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49039" y="3035808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5968" y="3035808"/>
            <a:ext cx="457200" cy="438912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2323"/>
                </a:solidFill>
                <a:latin typeface="Arial"/>
              </a:rPr>
              <a:t>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675887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85A91"/>
                </a:solidFill>
                <a:latin typeface="Arial"/>
              </a:rPr>
              <a:t>CHG: CAG/CCG/CTG + full 7-mer context
Two independent H1 WGBS replicates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27432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017520"/>
            <a:ext cx="4389120" cy="502920"/>
          </a:xfrm>
          <a:prstGeom prst="roundRect">
            <a:avLst/>
          </a:prstGeom>
          <a:solidFill>
            <a:srgbClr val="F4F7F9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Position-specific effects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703320"/>
            <a:ext cx="4389120" cy="502920"/>
          </a:xfrm>
          <a:prstGeom prst="roundRect">
            <a:avLst/>
          </a:prstGeom>
          <a:solidFill>
            <a:srgbClr val="F4F7F9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Motif hierarchy &amp; replicate concordance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389120"/>
            <a:ext cx="4389120" cy="502920"/>
          </a:xfrm>
          <a:prstGeom prst="roundRect">
            <a:avLst/>
          </a:prstGeom>
          <a:solidFill>
            <a:srgbClr val="F4F7F9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Tissue / compartment conservation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074920"/>
            <a:ext cx="4389120" cy="502920"/>
          </a:xfrm>
          <a:prstGeom prst="roundRect">
            <a:avLst/>
          </a:prstGeom>
          <a:solidFill>
            <a:srgbClr val="F4F7F9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Coverage robustness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2823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6708A"/>
                </a:solidFill>
                <a:latin typeface="Arial"/>
              </a:rPr>
              <a:t>Concept figure; all elements are editable PowerPoint shapes.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753"/>
                </a:solidFill>
                <a:latin typeface="Arial"/>
              </a:rPr>
              <a:t>Figure 2. CpG methylation is associated with reproducible flanking-sequence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914400"/>
            <a:ext cx="140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−1 G−A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6560" y="914400"/>
            <a:ext cx="140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+1 T−A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8640" y="914400"/>
            <a:ext cx="1402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+3 T−A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923544" cy="3968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H1 R1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61872"/>
            <a:ext cx="1402080" cy="396849"/>
          </a:xfrm>
          <a:prstGeom prst="rect">
            <a:avLst/>
          </a:prstGeom>
          <a:solidFill>
            <a:srgbClr val="DAE0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+2.8</a:t>
            </a:r>
          </a:p>
        </p:txBody>
      </p:sp>
      <p:sp>
        <p:nvSpPr>
          <p:cNvPr id="9" name="Rectangle 8"/>
          <p:cNvSpPr/>
          <p:nvPr/>
        </p:nvSpPr>
        <p:spPr>
          <a:xfrm>
            <a:off x="2956560" y="1261872"/>
            <a:ext cx="1402080" cy="396849"/>
          </a:xfrm>
          <a:prstGeom prst="rect">
            <a:avLst/>
          </a:prstGeom>
          <a:solidFill>
            <a:srgbClr val="EEE4E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-1.9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8640" y="1261872"/>
            <a:ext cx="1402080" cy="396849"/>
          </a:xfrm>
          <a:prstGeom prst="rect">
            <a:avLst/>
          </a:prstGeom>
          <a:solidFill>
            <a:srgbClr val="EDE2E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58721"/>
            <a:ext cx="923544" cy="3968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Liver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658721"/>
            <a:ext cx="1402080" cy="396849"/>
          </a:xfrm>
          <a:prstGeom prst="rect">
            <a:avLst/>
          </a:prstGeom>
          <a:solidFill>
            <a:srgbClr val="5D81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+16.0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6560" y="1658721"/>
            <a:ext cx="1402080" cy="396849"/>
          </a:xfrm>
          <a:prstGeom prst="rect">
            <a:avLst/>
          </a:prstGeom>
          <a:solidFill>
            <a:srgbClr val="EBDE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-2.8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8640" y="1658721"/>
            <a:ext cx="1402080" cy="396849"/>
          </a:xfrm>
          <a:prstGeom prst="rect">
            <a:avLst/>
          </a:prstGeom>
          <a:solidFill>
            <a:srgbClr val="E1C4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-5.8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055571"/>
            <a:ext cx="923544" cy="3968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Pancreas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2055571"/>
            <a:ext cx="1402080" cy="396849"/>
          </a:xfrm>
          <a:prstGeom prst="rect">
            <a:avLst/>
          </a:prstGeom>
          <a:solidFill>
            <a:srgbClr val="7E9AB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+12.6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6560" y="2055571"/>
            <a:ext cx="1402080" cy="396849"/>
          </a:xfrm>
          <a:prstGeom prst="rect">
            <a:avLst/>
          </a:prstGeom>
          <a:solidFill>
            <a:srgbClr val="EBDC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-3.0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8640" y="2055571"/>
            <a:ext cx="1402080" cy="396849"/>
          </a:xfrm>
          <a:prstGeom prst="rect">
            <a:avLst/>
          </a:prstGeom>
          <a:solidFill>
            <a:srgbClr val="E7D2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-4.1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452420"/>
            <a:ext cx="923544" cy="3968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Sigmoid colon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452420"/>
            <a:ext cx="1402080" cy="396849"/>
          </a:xfrm>
          <a:prstGeom prst="rect">
            <a:avLst/>
          </a:prstGeom>
          <a:solidFill>
            <a:srgbClr val="ABBCC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+7.8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56560" y="2452420"/>
            <a:ext cx="1402080" cy="396849"/>
          </a:xfrm>
          <a:prstGeom prst="rect">
            <a:avLst/>
          </a:prstGeom>
          <a:solidFill>
            <a:srgbClr val="E9D9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-3.3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8640" y="2452420"/>
            <a:ext cx="1402080" cy="396849"/>
          </a:xfrm>
          <a:prstGeom prst="rect">
            <a:avLst/>
          </a:prstGeom>
          <a:solidFill>
            <a:srgbClr val="EDE1E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-2.3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849270"/>
            <a:ext cx="923544" cy="3968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HepG2 R1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2849270"/>
            <a:ext cx="1402080" cy="396849"/>
          </a:xfrm>
          <a:prstGeom prst="rect">
            <a:avLst/>
          </a:prstGeom>
          <a:solidFill>
            <a:srgbClr val="5379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+17.1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56560" y="2849270"/>
            <a:ext cx="1402080" cy="396849"/>
          </a:xfrm>
          <a:prstGeom prst="rect">
            <a:avLst/>
          </a:prstGeom>
          <a:solidFill>
            <a:srgbClr val="F2EE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-0.8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8640" y="2849270"/>
            <a:ext cx="1402080" cy="396849"/>
          </a:xfrm>
          <a:prstGeom prst="rect">
            <a:avLst/>
          </a:prstGeom>
          <a:solidFill>
            <a:srgbClr val="EFE6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-1.8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24612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6708A"/>
                </a:solidFill>
                <a:latin typeface="Arial"/>
              </a:rPr>
              <a:t>Effect = difference in mean methylation (percentage points)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59" y="914400"/>
            <a:ext cx="896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TACGTA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1" y="914400"/>
            <a:ext cx="896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TCCGTA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914400"/>
            <a:ext cx="896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TACGGA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914400"/>
            <a:ext cx="896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AGCGTA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8208" y="914400"/>
            <a:ext cx="896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AACGTT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261872"/>
            <a:ext cx="923544" cy="3968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H1 R1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59" y="1261872"/>
            <a:ext cx="896112" cy="396849"/>
          </a:xfrm>
          <a:prstGeom prst="rect">
            <a:avLst/>
          </a:prstGeom>
          <a:solidFill>
            <a:srgbClr val="ECEE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19871" y="1261872"/>
            <a:ext cx="896112" cy="396849"/>
          </a:xfrm>
          <a:prstGeom prst="rect">
            <a:avLst/>
          </a:prstGeom>
          <a:solidFill>
            <a:srgbClr val="F1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+0.6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5984" y="1261872"/>
            <a:ext cx="896112" cy="396849"/>
          </a:xfrm>
          <a:prstGeom prst="rect">
            <a:avLst/>
          </a:prstGeom>
          <a:solidFill>
            <a:srgbClr val="E9EB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+2.1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12096" y="1261872"/>
            <a:ext cx="896112" cy="396849"/>
          </a:xfrm>
          <a:prstGeom prst="rect">
            <a:avLst/>
          </a:prstGeom>
          <a:solidFill>
            <a:srgbClr val="DEE3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+4.0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08208" y="1261872"/>
            <a:ext cx="896112" cy="396849"/>
          </a:xfrm>
          <a:prstGeom prst="rect">
            <a:avLst/>
          </a:prstGeom>
          <a:solidFill>
            <a:srgbClr val="E7D3D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-6.7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1658721"/>
            <a:ext cx="923544" cy="3968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Liver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59" y="1658721"/>
            <a:ext cx="896112" cy="396849"/>
          </a:xfrm>
          <a:prstGeom prst="rect">
            <a:avLst/>
          </a:prstGeom>
          <a:solidFill>
            <a:srgbClr val="D4DC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+5.7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19871" y="1658721"/>
            <a:ext cx="896112" cy="396849"/>
          </a:xfrm>
          <a:prstGeom prst="rect">
            <a:avLst/>
          </a:prstGeom>
          <a:solidFill>
            <a:srgbClr val="E2E6E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+3.3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15984" y="1658721"/>
            <a:ext cx="896112" cy="396849"/>
          </a:xfrm>
          <a:prstGeom prst="rect">
            <a:avLst/>
          </a:prstGeom>
          <a:solidFill>
            <a:srgbClr val="D0D9E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+6.3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12096" y="1658721"/>
            <a:ext cx="896112" cy="396849"/>
          </a:xfrm>
          <a:prstGeom prst="rect">
            <a:avLst/>
          </a:prstGeom>
          <a:solidFill>
            <a:srgbClr val="AABBC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+13.2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08208" y="1658721"/>
            <a:ext cx="896112" cy="396849"/>
          </a:xfrm>
          <a:prstGeom prst="rect">
            <a:avLst/>
          </a:prstGeom>
          <a:solidFill>
            <a:srgbClr val="CC90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-20.0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055571"/>
            <a:ext cx="923544" cy="3968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Pancreas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59" y="2055571"/>
            <a:ext cx="896112" cy="396849"/>
          </a:xfrm>
          <a:prstGeom prst="rect">
            <a:avLst/>
          </a:prstGeom>
          <a:solidFill>
            <a:srgbClr val="E7EA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+2.4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19871" y="2055571"/>
            <a:ext cx="896112" cy="396849"/>
          </a:xfrm>
          <a:prstGeom prst="rect">
            <a:avLst/>
          </a:prstGeom>
          <a:solidFill>
            <a:srgbClr val="EEF0F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5984" y="2055571"/>
            <a:ext cx="896112" cy="396849"/>
          </a:xfrm>
          <a:prstGeom prst="rect">
            <a:avLst/>
          </a:prstGeom>
          <a:solidFill>
            <a:srgbClr val="ECEE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12096" y="2055571"/>
            <a:ext cx="896112" cy="396849"/>
          </a:xfrm>
          <a:prstGeom prst="rect">
            <a:avLst/>
          </a:prstGeom>
          <a:solidFill>
            <a:srgbClr val="C3CE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+8.7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08208" y="2055571"/>
            <a:ext cx="896112" cy="396849"/>
          </a:xfrm>
          <a:prstGeom prst="rect">
            <a:avLst/>
          </a:prstGeom>
          <a:solidFill>
            <a:srgbClr val="B95F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-29.9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2452420"/>
            <a:ext cx="923544" cy="3968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Sigmoid colon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59" y="2452420"/>
            <a:ext cx="896112" cy="396849"/>
          </a:xfrm>
          <a:prstGeom prst="rect">
            <a:avLst/>
          </a:prstGeom>
          <a:solidFill>
            <a:srgbClr val="D8DF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+4.9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19871" y="2452420"/>
            <a:ext cx="896112" cy="396849"/>
          </a:xfrm>
          <a:prstGeom prst="rect">
            <a:avLst/>
          </a:prstGeom>
          <a:solidFill>
            <a:srgbClr val="E1E6E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+3.4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15984" y="2452420"/>
            <a:ext cx="896112" cy="396849"/>
          </a:xfrm>
          <a:prstGeom prst="rect">
            <a:avLst/>
          </a:prstGeom>
          <a:solidFill>
            <a:srgbClr val="E0E5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+3.6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12096" y="2452420"/>
            <a:ext cx="896112" cy="396849"/>
          </a:xfrm>
          <a:prstGeom prst="rect">
            <a:avLst/>
          </a:prstGeom>
          <a:solidFill>
            <a:srgbClr val="CFD8E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+6.6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08208" y="2452420"/>
            <a:ext cx="896112" cy="396849"/>
          </a:xfrm>
          <a:prstGeom prst="rect">
            <a:avLst/>
          </a:prstGeom>
          <a:solidFill>
            <a:srgbClr val="C987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-21.7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2849270"/>
            <a:ext cx="923544" cy="3968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HepG2 R1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23759" y="2849270"/>
            <a:ext cx="896112" cy="396849"/>
          </a:xfrm>
          <a:prstGeom prst="rect">
            <a:avLst/>
          </a:prstGeom>
          <a:solidFill>
            <a:srgbClr val="E4E8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+2.8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19871" y="2849270"/>
            <a:ext cx="896112" cy="396849"/>
          </a:xfrm>
          <a:prstGeom prst="rect">
            <a:avLst/>
          </a:prstGeom>
          <a:solidFill>
            <a:srgbClr val="EAED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15984" y="2849270"/>
            <a:ext cx="896112" cy="396849"/>
          </a:xfrm>
          <a:prstGeom prst="rect">
            <a:avLst/>
          </a:prstGeom>
          <a:solidFill>
            <a:srgbClr val="EAEC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+1.9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12096" y="2849270"/>
            <a:ext cx="896112" cy="396849"/>
          </a:xfrm>
          <a:prstGeom prst="rect">
            <a:avLst/>
          </a:prstGeom>
          <a:solidFill>
            <a:srgbClr val="DAE1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+4.6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808208" y="2849270"/>
            <a:ext cx="896112" cy="396849"/>
          </a:xfrm>
          <a:prstGeom prst="rect">
            <a:avLst/>
          </a:prstGeom>
          <a:solidFill>
            <a:srgbClr val="C57D7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-23.8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3246120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6708A"/>
                </a:solidFill>
                <a:latin typeface="Arial"/>
              </a:rPr>
              <a:t>Selected NNCGNN motifs relative to each sample-wide CpG mean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37033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C</a:t>
            </a:r>
          </a:p>
        </p:txBody>
      </p:sp>
      <p:graphicFrame>
        <p:nvGraphicFramePr>
          <p:cNvPr id="66" name="Chart 65"/>
          <p:cNvGraphicFramePr>
            <a:graphicFrameLocks noGrp="1"/>
          </p:cNvGraphicFramePr>
          <p:nvPr/>
        </p:nvGraphicFramePr>
        <p:xfrm>
          <a:off x="594360" y="3913632"/>
          <a:ext cx="1106424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868680" y="580644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6708A"/>
                </a:solidFill>
                <a:latin typeface="Arial"/>
              </a:rPr>
              <a:t>256 contexts ordered by pancreas methylation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42823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6708A"/>
                </a:solidFill>
                <a:latin typeface="Arial"/>
              </a:rPr>
              <a:t>A, strongest recurrent positional contrasts. B, selected candidate motifs. C, the complete NNCGNN hierarchy is broad and similarly ordered across adult tissues and HepG2.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753"/>
                </a:solidFill>
                <a:latin typeface="Arial"/>
              </a:rPr>
              <a:t>Figure 3. The CpG context hierarchy is conserved across tissues, replicates and genomic compartments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14400"/>
            <a:ext cx="6792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H1 R1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2308" y="914400"/>
            <a:ext cx="6792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H1 R2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1577" y="914400"/>
            <a:ext cx="6792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845" y="914400"/>
            <a:ext cx="6792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Pancreas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0114" y="914400"/>
            <a:ext cx="6792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Sigmoid colon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382" y="914400"/>
            <a:ext cx="6792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HepG2 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8651" y="914400"/>
            <a:ext cx="6792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HepG2 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61872"/>
            <a:ext cx="923544" cy="3879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H1 R1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261872"/>
            <a:ext cx="679268" cy="387966"/>
          </a:xfrm>
          <a:prstGeom prst="rect">
            <a:avLst/>
          </a:prstGeom>
          <a:solidFill>
            <a:srgbClr val="375F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2308" y="1261872"/>
            <a:ext cx="679268" cy="387966"/>
          </a:xfrm>
          <a:prstGeom prst="rect">
            <a:avLst/>
          </a:prstGeom>
          <a:solidFill>
            <a:srgbClr val="486C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1577" y="1261872"/>
            <a:ext cx="679268" cy="387966"/>
          </a:xfrm>
          <a:prstGeom prst="rect">
            <a:avLst/>
          </a:prstGeom>
          <a:solidFill>
            <a:srgbClr val="95A9B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845" y="1261872"/>
            <a:ext cx="679268" cy="387966"/>
          </a:xfrm>
          <a:prstGeom prst="rect">
            <a:avLst/>
          </a:prstGeom>
          <a:solidFill>
            <a:srgbClr val="7C95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0114" y="1261872"/>
            <a:ext cx="679268" cy="387966"/>
          </a:xfrm>
          <a:prstGeom prst="rect">
            <a:avLst/>
          </a:prstGeom>
          <a:solidFill>
            <a:srgbClr val="66849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59382" y="1261872"/>
            <a:ext cx="679268" cy="387966"/>
          </a:xfrm>
          <a:prstGeom prst="rect">
            <a:avLst/>
          </a:prstGeom>
          <a:solidFill>
            <a:srgbClr val="B3C1C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0.34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8651" y="1261872"/>
            <a:ext cx="679268" cy="387966"/>
          </a:xfrm>
          <a:prstGeom prst="rect">
            <a:avLst/>
          </a:prstGeom>
          <a:solidFill>
            <a:srgbClr val="ABBB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649838"/>
            <a:ext cx="923544" cy="3879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H1 R2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1649838"/>
            <a:ext cx="679268" cy="387966"/>
          </a:xfrm>
          <a:prstGeom prst="rect">
            <a:avLst/>
          </a:prstGeom>
          <a:solidFill>
            <a:srgbClr val="486C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0.91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2308" y="1649838"/>
            <a:ext cx="679268" cy="387966"/>
          </a:xfrm>
          <a:prstGeom prst="rect">
            <a:avLst/>
          </a:prstGeom>
          <a:solidFill>
            <a:srgbClr val="375F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21577" y="1649838"/>
            <a:ext cx="679268" cy="387966"/>
          </a:xfrm>
          <a:prstGeom prst="rect">
            <a:avLst/>
          </a:prstGeom>
          <a:solidFill>
            <a:srgbClr val="B4C1C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0.34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0845" y="1649838"/>
            <a:ext cx="679268" cy="387966"/>
          </a:xfrm>
          <a:prstGeom prst="rect">
            <a:avLst/>
          </a:prstGeom>
          <a:solidFill>
            <a:srgbClr val="91A6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0.53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0114" y="1649838"/>
            <a:ext cx="679268" cy="387966"/>
          </a:xfrm>
          <a:prstGeom prst="rect">
            <a:avLst/>
          </a:prstGeom>
          <a:solidFill>
            <a:srgbClr val="6E8B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0.71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59382" y="1649838"/>
            <a:ext cx="679268" cy="387966"/>
          </a:xfrm>
          <a:prstGeom prst="rect">
            <a:avLst/>
          </a:prstGeom>
          <a:solidFill>
            <a:srgbClr val="CBD4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8651" y="1649838"/>
            <a:ext cx="679268" cy="387966"/>
          </a:xfrm>
          <a:prstGeom prst="rect">
            <a:avLst/>
          </a:prstGeom>
          <a:solidFill>
            <a:srgbClr val="C3CD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037805"/>
            <a:ext cx="923544" cy="3879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Liver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2037805"/>
            <a:ext cx="679268" cy="387966"/>
          </a:xfrm>
          <a:prstGeom prst="rect">
            <a:avLst/>
          </a:prstGeom>
          <a:solidFill>
            <a:srgbClr val="95A9B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2308" y="2037805"/>
            <a:ext cx="679268" cy="387966"/>
          </a:xfrm>
          <a:prstGeom prst="rect">
            <a:avLst/>
          </a:prstGeom>
          <a:solidFill>
            <a:srgbClr val="B4C1C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21577" y="2037805"/>
            <a:ext cx="679268" cy="387966"/>
          </a:xfrm>
          <a:prstGeom prst="rect">
            <a:avLst/>
          </a:prstGeom>
          <a:solidFill>
            <a:srgbClr val="375F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00845" y="2037805"/>
            <a:ext cx="679268" cy="387966"/>
          </a:xfrm>
          <a:prstGeom prst="rect">
            <a:avLst/>
          </a:prstGeom>
          <a:solidFill>
            <a:srgbClr val="5073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0.86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80114" y="2037805"/>
            <a:ext cx="679268" cy="387966"/>
          </a:xfrm>
          <a:prstGeom prst="rect">
            <a:avLst/>
          </a:prstGeom>
          <a:solidFill>
            <a:srgbClr val="738E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0.68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59382" y="2037805"/>
            <a:ext cx="679268" cy="387966"/>
          </a:xfrm>
          <a:prstGeom prst="rect">
            <a:avLst/>
          </a:prstGeom>
          <a:solidFill>
            <a:srgbClr val="456A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0.93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8651" y="2037805"/>
            <a:ext cx="679268" cy="387966"/>
          </a:xfrm>
          <a:prstGeom prst="rect">
            <a:avLst/>
          </a:prstGeom>
          <a:solidFill>
            <a:srgbClr val="4469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2425772"/>
            <a:ext cx="923544" cy="3879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Pancreas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2425772"/>
            <a:ext cx="679268" cy="387966"/>
          </a:xfrm>
          <a:prstGeom prst="rect">
            <a:avLst/>
          </a:prstGeom>
          <a:solidFill>
            <a:srgbClr val="7C95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0.64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2308" y="2425772"/>
            <a:ext cx="679268" cy="387966"/>
          </a:xfrm>
          <a:prstGeom prst="rect">
            <a:avLst/>
          </a:prstGeom>
          <a:solidFill>
            <a:srgbClr val="91A6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0.53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21577" y="2425772"/>
            <a:ext cx="679268" cy="387966"/>
          </a:xfrm>
          <a:prstGeom prst="rect">
            <a:avLst/>
          </a:prstGeom>
          <a:solidFill>
            <a:srgbClr val="5073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0.86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0845" y="2425772"/>
            <a:ext cx="679268" cy="387966"/>
          </a:xfrm>
          <a:prstGeom prst="rect">
            <a:avLst/>
          </a:prstGeom>
          <a:solidFill>
            <a:srgbClr val="375F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80114" y="2425772"/>
            <a:ext cx="679268" cy="387966"/>
          </a:xfrm>
          <a:prstGeom prst="rect">
            <a:avLst/>
          </a:prstGeom>
          <a:solidFill>
            <a:srgbClr val="4A6E8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0.90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59382" y="2425772"/>
            <a:ext cx="679268" cy="387966"/>
          </a:xfrm>
          <a:prstGeom prst="rect">
            <a:avLst/>
          </a:prstGeom>
          <a:solidFill>
            <a:srgbClr val="55779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0.84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8651" y="2425772"/>
            <a:ext cx="679268" cy="387966"/>
          </a:xfrm>
          <a:prstGeom prst="rect">
            <a:avLst/>
          </a:prstGeom>
          <a:solidFill>
            <a:srgbClr val="4E71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0.88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2813739"/>
            <a:ext cx="923544" cy="3879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Sigmoid colon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2813739"/>
            <a:ext cx="679268" cy="387966"/>
          </a:xfrm>
          <a:prstGeom prst="rect">
            <a:avLst/>
          </a:prstGeom>
          <a:solidFill>
            <a:srgbClr val="66849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2308" y="2813739"/>
            <a:ext cx="679268" cy="387966"/>
          </a:xfrm>
          <a:prstGeom prst="rect">
            <a:avLst/>
          </a:prstGeom>
          <a:solidFill>
            <a:srgbClr val="6E8B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0.71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21577" y="2813739"/>
            <a:ext cx="679268" cy="387966"/>
          </a:xfrm>
          <a:prstGeom prst="rect">
            <a:avLst/>
          </a:prstGeom>
          <a:solidFill>
            <a:srgbClr val="738E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0.68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00845" y="2813739"/>
            <a:ext cx="679268" cy="387966"/>
          </a:xfrm>
          <a:prstGeom prst="rect">
            <a:avLst/>
          </a:prstGeom>
          <a:solidFill>
            <a:srgbClr val="4A6E8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0.90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80114" y="2813739"/>
            <a:ext cx="679268" cy="387966"/>
          </a:xfrm>
          <a:prstGeom prst="rect">
            <a:avLst/>
          </a:prstGeom>
          <a:solidFill>
            <a:srgbClr val="375F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59382" y="2813739"/>
            <a:ext cx="679268" cy="387966"/>
          </a:xfrm>
          <a:prstGeom prst="rect">
            <a:avLst/>
          </a:prstGeom>
          <a:solidFill>
            <a:srgbClr val="7D97A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0.63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8651" y="2813739"/>
            <a:ext cx="679268" cy="387966"/>
          </a:xfrm>
          <a:prstGeom prst="rect">
            <a:avLst/>
          </a:prstGeom>
          <a:solidFill>
            <a:srgbClr val="748FA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3201706"/>
            <a:ext cx="923544" cy="3879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HepG2 R1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63040" y="3201706"/>
            <a:ext cx="679268" cy="387966"/>
          </a:xfrm>
          <a:prstGeom prst="rect">
            <a:avLst/>
          </a:prstGeom>
          <a:solidFill>
            <a:srgbClr val="B3C1C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0.34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42308" y="3201706"/>
            <a:ext cx="679268" cy="387966"/>
          </a:xfrm>
          <a:prstGeom prst="rect">
            <a:avLst/>
          </a:prstGeom>
          <a:solidFill>
            <a:srgbClr val="CBD4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0.22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21577" y="3201706"/>
            <a:ext cx="679268" cy="387966"/>
          </a:xfrm>
          <a:prstGeom prst="rect">
            <a:avLst/>
          </a:prstGeom>
          <a:solidFill>
            <a:srgbClr val="456A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0.93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0845" y="3201706"/>
            <a:ext cx="679268" cy="387966"/>
          </a:xfrm>
          <a:prstGeom prst="rect">
            <a:avLst/>
          </a:prstGeom>
          <a:solidFill>
            <a:srgbClr val="55779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0.84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80114" y="3201706"/>
            <a:ext cx="679268" cy="387966"/>
          </a:xfrm>
          <a:prstGeom prst="rect">
            <a:avLst/>
          </a:prstGeom>
          <a:solidFill>
            <a:srgbClr val="7D97A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0.63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59382" y="3201706"/>
            <a:ext cx="679268" cy="387966"/>
          </a:xfrm>
          <a:prstGeom prst="rect">
            <a:avLst/>
          </a:prstGeom>
          <a:solidFill>
            <a:srgbClr val="375F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38651" y="3201706"/>
            <a:ext cx="679268" cy="387966"/>
          </a:xfrm>
          <a:prstGeom prst="rect">
            <a:avLst/>
          </a:prstGeom>
          <a:solidFill>
            <a:srgbClr val="375F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3589673"/>
            <a:ext cx="923544" cy="3879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HepG2 R2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63040" y="3589673"/>
            <a:ext cx="679268" cy="387966"/>
          </a:xfrm>
          <a:prstGeom prst="rect">
            <a:avLst/>
          </a:prstGeom>
          <a:solidFill>
            <a:srgbClr val="ABBB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0.39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42308" y="3589673"/>
            <a:ext cx="679268" cy="387966"/>
          </a:xfrm>
          <a:prstGeom prst="rect">
            <a:avLst/>
          </a:prstGeom>
          <a:solidFill>
            <a:srgbClr val="C3CD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0.26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21577" y="3589673"/>
            <a:ext cx="679268" cy="387966"/>
          </a:xfrm>
          <a:prstGeom prst="rect">
            <a:avLst/>
          </a:prstGeom>
          <a:solidFill>
            <a:srgbClr val="4469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0.93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00845" y="3589673"/>
            <a:ext cx="679268" cy="387966"/>
          </a:xfrm>
          <a:prstGeom prst="rect">
            <a:avLst/>
          </a:prstGeom>
          <a:solidFill>
            <a:srgbClr val="4E71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80114" y="3589673"/>
            <a:ext cx="679268" cy="387966"/>
          </a:xfrm>
          <a:prstGeom prst="rect">
            <a:avLst/>
          </a:prstGeom>
          <a:solidFill>
            <a:srgbClr val="748FA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0.68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59382" y="3589673"/>
            <a:ext cx="679268" cy="387966"/>
          </a:xfrm>
          <a:prstGeom prst="rect">
            <a:avLst/>
          </a:prstGeom>
          <a:solidFill>
            <a:srgbClr val="375F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38651" y="3589673"/>
            <a:ext cx="679268" cy="387966"/>
          </a:xfrm>
          <a:prstGeom prst="rect">
            <a:avLst/>
          </a:prstGeom>
          <a:solidFill>
            <a:srgbClr val="375F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3840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6708A"/>
                </a:solidFill>
                <a:latin typeface="Arial"/>
              </a:rPr>
              <a:t>Spearman ρ across all 256 NNCGNN contexts (≥10×)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220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0920" y="914400"/>
            <a:ext cx="868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CDS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914400"/>
            <a:ext cx="868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Noncoding exon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914400"/>
            <a:ext cx="868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Intergenic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60" y="914400"/>
            <a:ext cx="868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Other genic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35640" y="914400"/>
            <a:ext cx="868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Promoter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1261872"/>
            <a:ext cx="923544" cy="4151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H1 R1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60920" y="1261872"/>
            <a:ext cx="868680" cy="415137"/>
          </a:xfrm>
          <a:prstGeom prst="rect">
            <a:avLst/>
          </a:prstGeom>
          <a:solidFill>
            <a:srgbClr val="E0E4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+2.3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1261872"/>
            <a:ext cx="868680" cy="415137"/>
          </a:xfrm>
          <a:prstGeom prst="rect">
            <a:avLst/>
          </a:prstGeom>
          <a:solidFill>
            <a:srgbClr val="DAE0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+3.0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98280" y="1261872"/>
            <a:ext cx="868680" cy="415137"/>
          </a:xfrm>
          <a:prstGeom prst="rect">
            <a:avLst/>
          </a:prstGeom>
          <a:solidFill>
            <a:srgbClr val="D8DEE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+3.3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966960" y="1261872"/>
            <a:ext cx="868680" cy="415137"/>
          </a:xfrm>
          <a:prstGeom prst="rect">
            <a:avLst/>
          </a:prstGeom>
          <a:solidFill>
            <a:srgbClr val="DBE0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+3.0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835640" y="1261872"/>
            <a:ext cx="868680" cy="415137"/>
          </a:xfrm>
          <a:prstGeom prst="rect">
            <a:avLst/>
          </a:prstGeom>
          <a:solidFill>
            <a:srgbClr val="DDE2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+2.7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1677009"/>
            <a:ext cx="923544" cy="4151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Liver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60920" y="1677009"/>
            <a:ext cx="868680" cy="415137"/>
          </a:xfrm>
          <a:prstGeom prst="rect">
            <a:avLst/>
          </a:prstGeom>
          <a:solidFill>
            <a:srgbClr val="93A7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+11.3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29600" y="1677009"/>
            <a:ext cx="868680" cy="415137"/>
          </a:xfrm>
          <a:prstGeom prst="rect">
            <a:avLst/>
          </a:prstGeom>
          <a:solidFill>
            <a:srgbClr val="849CB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+13.0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98280" y="1677009"/>
            <a:ext cx="868680" cy="415137"/>
          </a:xfrm>
          <a:prstGeom prst="rect">
            <a:avLst/>
          </a:prstGeom>
          <a:solidFill>
            <a:srgbClr val="5D7D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+17.5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66960" y="1677009"/>
            <a:ext cx="868680" cy="415137"/>
          </a:xfrm>
          <a:prstGeom prst="rect">
            <a:avLst/>
          </a:prstGeom>
          <a:solidFill>
            <a:srgbClr val="6A87A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+16.0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835640" y="1677009"/>
            <a:ext cx="868680" cy="415137"/>
          </a:xfrm>
          <a:prstGeom prst="rect">
            <a:avLst/>
          </a:prstGeom>
          <a:solidFill>
            <a:srgbClr val="8BA1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+12.2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0" y="2092147"/>
            <a:ext cx="923544" cy="4151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Pancreas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60920" y="2092147"/>
            <a:ext cx="868680" cy="415137"/>
          </a:xfrm>
          <a:prstGeom prst="rect">
            <a:avLst/>
          </a:prstGeom>
          <a:solidFill>
            <a:srgbClr val="A4B5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+9.3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29600" y="2092147"/>
            <a:ext cx="868680" cy="415137"/>
          </a:xfrm>
          <a:prstGeom prst="rect">
            <a:avLst/>
          </a:prstGeom>
          <a:solidFill>
            <a:srgbClr val="96AAB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+11.0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98280" y="2092147"/>
            <a:ext cx="868680" cy="415137"/>
          </a:xfrm>
          <a:prstGeom prst="rect">
            <a:avLst/>
          </a:prstGeom>
          <a:solidFill>
            <a:srgbClr val="63819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+16.9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66960" y="2092147"/>
            <a:ext cx="868680" cy="415137"/>
          </a:xfrm>
          <a:prstGeom prst="rect">
            <a:avLst/>
          </a:prstGeom>
          <a:solidFill>
            <a:srgbClr val="7F97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+13.7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35640" y="2092147"/>
            <a:ext cx="868680" cy="415137"/>
          </a:xfrm>
          <a:prstGeom prst="rect">
            <a:avLst/>
          </a:prstGeom>
          <a:solidFill>
            <a:srgbClr val="92A7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+11.4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0" y="2507284"/>
            <a:ext cx="923544" cy="4151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Sigmoid colon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60920" y="2507284"/>
            <a:ext cx="868680" cy="415137"/>
          </a:xfrm>
          <a:prstGeom prst="rect">
            <a:avLst/>
          </a:prstGeom>
          <a:solidFill>
            <a:srgbClr val="BECAD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+6.3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29600" y="2507284"/>
            <a:ext cx="868680" cy="415137"/>
          </a:xfrm>
          <a:prstGeom prst="rect">
            <a:avLst/>
          </a:prstGeom>
          <a:solidFill>
            <a:srgbClr val="B3C1C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+7.6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98280" y="2507284"/>
            <a:ext cx="868680" cy="415137"/>
          </a:xfrm>
          <a:prstGeom prst="rect">
            <a:avLst/>
          </a:prstGeom>
          <a:solidFill>
            <a:srgbClr val="92A7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+11.4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66960" y="2507284"/>
            <a:ext cx="868680" cy="415137"/>
          </a:xfrm>
          <a:prstGeom prst="rect">
            <a:avLst/>
          </a:prstGeom>
          <a:solidFill>
            <a:srgbClr val="A2B3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+9.5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835640" y="2507284"/>
            <a:ext cx="868680" cy="415137"/>
          </a:xfrm>
          <a:prstGeom prst="rect">
            <a:avLst/>
          </a:prstGeom>
          <a:solidFill>
            <a:srgbClr val="B4C1C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+7.5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0" y="2922422"/>
            <a:ext cx="923544" cy="4151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HepG2 R1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60920" y="2922422"/>
            <a:ext cx="868680" cy="415137"/>
          </a:xfrm>
          <a:prstGeom prst="rect">
            <a:avLst/>
          </a:prstGeom>
          <a:solidFill>
            <a:srgbClr val="A9B9C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+8.8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29600" y="2922422"/>
            <a:ext cx="868680" cy="415137"/>
          </a:xfrm>
          <a:prstGeom prst="rect">
            <a:avLst/>
          </a:prstGeom>
          <a:solidFill>
            <a:srgbClr val="8CA2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+12.1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98280" y="2922422"/>
            <a:ext cx="868680" cy="415137"/>
          </a:xfrm>
          <a:prstGeom prst="rect">
            <a:avLst/>
          </a:prstGeom>
          <a:solidFill>
            <a:srgbClr val="3D648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+21.2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966960" y="2922422"/>
            <a:ext cx="868680" cy="415137"/>
          </a:xfrm>
          <a:prstGeom prst="rect">
            <a:avLst/>
          </a:prstGeom>
          <a:solidFill>
            <a:srgbClr val="5F7F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+17.3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835640" y="2922422"/>
            <a:ext cx="868680" cy="415137"/>
          </a:xfrm>
          <a:prstGeom prst="rect">
            <a:avLst/>
          </a:prstGeom>
          <a:solidFill>
            <a:srgbClr val="708C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+15.3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0040" y="41605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D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85800" y="4343400"/>
            <a:ext cx="5029200" cy="1508760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32323"/>
                </a:solidFill>
                <a:latin typeface="Arial"/>
              </a:rPr>
              <a:t>• HepG2 R1 vs R2: ρ = 0.995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• Pancreas vs colon: ρ = 0.899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• −1 G effect persists in all five non-CGI compartments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2920" y="642823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6708A"/>
                </a:solidFill>
                <a:latin typeface="Arial"/>
              </a:rPr>
              <a:t>A, sample-level motif-rank concordance. B, compartment-stratified −1 G effect. C, representative adult-tissue comparison.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72200" y="37033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C</a:t>
            </a:r>
          </a:p>
        </p:txBody>
      </p:sp>
      <p:graphicFrame>
        <p:nvGraphicFramePr>
          <p:cNvPr id="115" name="Chart 114"/>
          <p:cNvGraphicFramePr>
            <a:graphicFrameLocks noGrp="1"/>
          </p:cNvGraphicFramePr>
          <p:nvPr/>
        </p:nvGraphicFramePr>
        <p:xfrm>
          <a:off x="6446520" y="3886200"/>
          <a:ext cx="507492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6" name="TextBox 115"/>
          <p:cNvSpPr txBox="1"/>
          <p:nvPr/>
        </p:nvSpPr>
        <p:spPr>
          <a:xfrm>
            <a:off x="10515600" y="395020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32323"/>
                </a:solidFill>
                <a:latin typeface="Arial"/>
              </a:rPr>
              <a:t>ρ = 0.899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73952" y="591616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>
                <a:solidFill>
                  <a:srgbClr val="56708A"/>
                </a:solidFill>
                <a:latin typeface="Arial"/>
              </a:rPr>
              <a:t>Selected motifs are separate labeled series; labels are anchored to their own data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753"/>
                </a:solidFill>
                <a:latin typeface="Arial"/>
              </a:rPr>
              <a:t>Figure 4. Coverage stratification separates absolute depth effects from stable sequence preferences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914400"/>
          <a:ext cx="534924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076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B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55080" y="914400"/>
          <a:ext cx="525780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6576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C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3858768"/>
          <a:ext cx="65836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36576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931920"/>
            <a:ext cx="3749039" cy="1691640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3753"/>
                </a:solidFill>
                <a:latin typeface="Arial"/>
              </a:rPr>
              <a:t>Key control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32323"/>
                </a:solidFill>
                <a:latin typeface="Arial"/>
              </a:rPr>
              <a:t>• Absolute methylation changes with coverage in some datasets.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32323"/>
                </a:solidFill>
                <a:latin typeface="Arial"/>
              </a:rPr>
              <a:t>• The −1 G effect remains positive within every well-populated band.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32323"/>
                </a:solidFill>
                <a:latin typeface="Arial"/>
              </a:rPr>
              <a:t>• Motif-rank concordance remains high after matching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6708A"/>
                </a:solidFill>
                <a:latin typeface="Arial"/>
              </a:rPr>
              <a:t>Coverage bands were analyzed independently; no post-hoc rescaling of methylation values was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753"/>
                </a:solidFill>
                <a:latin typeface="Arial"/>
              </a:rPr>
              <a:t>Figure 5. CHG methylation in H1 cells shows a strong, reproducible extended sequence signature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914400"/>
          <a:ext cx="365760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4340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91440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R1 10–14×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91440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R2 10–14×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91440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R1 15–19×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914400"/>
            <a:ext cx="685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R2 15–19×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61872"/>
            <a:ext cx="923544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−2 T−G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261872"/>
            <a:ext cx="685800" cy="630936"/>
          </a:xfrm>
          <a:prstGeom prst="rect">
            <a:avLst/>
          </a:prstGeom>
          <a:solidFill>
            <a:srgbClr val="6986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+3.3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61872"/>
            <a:ext cx="685800" cy="630936"/>
          </a:xfrm>
          <a:prstGeom prst="rect">
            <a:avLst/>
          </a:prstGeom>
          <a:solidFill>
            <a:srgbClr val="8FA4B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+2.4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261872"/>
            <a:ext cx="685800" cy="630936"/>
          </a:xfrm>
          <a:prstGeom prst="rect">
            <a:avLst/>
          </a:prstGeom>
          <a:solidFill>
            <a:srgbClr val="6E8B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+3.2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261872"/>
            <a:ext cx="685800" cy="630936"/>
          </a:xfrm>
          <a:prstGeom prst="rect">
            <a:avLst/>
          </a:prstGeom>
          <a:solidFill>
            <a:srgbClr val="95A9B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+2.3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7"/>
            <a:ext cx="923544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−1 A−T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1892807"/>
            <a:ext cx="685800" cy="630936"/>
          </a:xfrm>
          <a:prstGeom prst="rect">
            <a:avLst/>
          </a:prstGeom>
          <a:solidFill>
            <a:srgbClr val="4268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+4.2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92807"/>
            <a:ext cx="685800" cy="630936"/>
          </a:xfrm>
          <a:prstGeom prst="rect">
            <a:avLst/>
          </a:prstGeom>
          <a:solidFill>
            <a:srgbClr val="7B94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+2.9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1892807"/>
            <a:ext cx="685800" cy="630936"/>
          </a:xfrm>
          <a:prstGeom prst="rect">
            <a:avLst/>
          </a:prstGeom>
          <a:solidFill>
            <a:srgbClr val="496D8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+4.1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892807"/>
            <a:ext cx="685800" cy="630936"/>
          </a:xfrm>
          <a:prstGeom prst="rect">
            <a:avLst/>
          </a:prstGeom>
          <a:solidFill>
            <a:srgbClr val="8099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+2.8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523744"/>
            <a:ext cx="923544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232323"/>
                </a:solidFill>
                <a:latin typeface="Arial"/>
              </a:rPr>
              <a:t>+3 C−A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2523744"/>
            <a:ext cx="685800" cy="630936"/>
          </a:xfrm>
          <a:prstGeom prst="rect">
            <a:avLst/>
          </a:prstGeom>
          <a:solidFill>
            <a:srgbClr val="738E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+3.1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523744"/>
            <a:ext cx="685800" cy="630936"/>
          </a:xfrm>
          <a:prstGeom prst="rect">
            <a:avLst/>
          </a:prstGeom>
          <a:solidFill>
            <a:srgbClr val="99AD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+2.2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523744"/>
            <a:ext cx="685800" cy="630936"/>
          </a:xfrm>
          <a:prstGeom prst="rect">
            <a:avLst/>
          </a:prstGeom>
          <a:solidFill>
            <a:srgbClr val="7690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Arial"/>
              </a:rPr>
              <a:t>+3.0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2523744"/>
            <a:ext cx="685800" cy="630936"/>
          </a:xfrm>
          <a:prstGeom prst="rect">
            <a:avLst/>
          </a:prstGeom>
          <a:solidFill>
            <a:srgbClr val="93A8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232323"/>
                </a:solidFill>
                <a:latin typeface="Arial"/>
              </a:rPr>
              <a:t>+2.3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C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549640" y="914400"/>
          <a:ext cx="333756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20040" y="34290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7673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32323"/>
                </a:solidFill>
                <a:latin typeface="Arial"/>
              </a:rPr>
              <a:t>ρ = 0.944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84048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D2235F"/>
                </a:solidFill>
                <a:latin typeface="Arial"/>
              </a:rPr>
              <a:t>TTACAGC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3492" y="4027835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E67D19"/>
                </a:solidFill>
                <a:latin typeface="Arial"/>
              </a:rPr>
              <a:t>CTACAGC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63222" y="41870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3915F"/>
                </a:solidFill>
                <a:latin typeface="Arial"/>
              </a:rPr>
              <a:t>TTACAGG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5816" y="4338617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8746B9"/>
                </a:solidFill>
                <a:latin typeface="Arial"/>
              </a:rPr>
              <a:t>TTACAGT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42900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3703320"/>
            <a:ext cx="4709160" cy="2011680"/>
          </a:xfrm>
          <a:prstGeom prst="roundRect">
            <a:avLst/>
          </a:prstGeom>
          <a:solidFill>
            <a:srgbClr val="F3EFF7"/>
          </a:solidFill>
          <a:ln>
            <a:solidFill>
              <a:srgbClr val="78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85A91"/>
                </a:solidFill>
                <a:latin typeface="Arial"/>
              </a:rPr>
              <a:t>Recurrent high-methylation family</a:t>
            </a:r>
          </a:p>
          <a:p>
            <a:pPr algn="ctr"/>
            <a:r>
              <a:rPr sz="2400" b="1">
                <a:solidFill>
                  <a:srgbClr val="232323"/>
                </a:solidFill>
                <a:latin typeface="Arial"/>
              </a:rPr>
              <a:t>T T A C A G C</a:t>
            </a:r>
          </a:p>
          <a:p>
            <a:pPr algn="ctr"/>
            <a:r>
              <a:rPr sz="1100">
                <a:solidFill>
                  <a:srgbClr val="232323"/>
                </a:solidFill>
                <a:latin typeface="Arial"/>
              </a:rPr>
              <a:t>favorable −2 T   •   −1 A   •   CAG   •   +3 C</a:t>
            </a:r>
          </a:p>
          <a:p>
            <a:pPr algn="ctr"/>
            <a:r>
              <a:rPr sz="1000">
                <a:solidFill>
                  <a:srgbClr val="232323"/>
                </a:solidFill>
                <a:latin typeface="Arial"/>
              </a:rPr>
              <a:t>Replicated across two independent H1 libraries and matched coverage strata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2823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6708A"/>
                </a:solidFill>
                <a:latin typeface="Arial"/>
              </a:rPr>
              <a:t>D includes 7-mer contexts represented by ≥1,000 sites in both H1 replicates in the 10–14× stratum.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594360" y="3657600"/>
          <a:ext cx="571500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753"/>
                </a:solidFill>
                <a:latin typeface="Arial"/>
              </a:rPr>
              <a:t>Figure 6. Genome and ncRNA sequence analyses do not support a simple short-RNA complementarity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914400"/>
          <a:ext cx="333756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30175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6708A"/>
                </a:solidFill>
                <a:latin typeface="Arial"/>
              </a:rPr>
              <a:t>Expectation adjusts for CpG-flank base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B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343400" y="914400"/>
          <a:ext cx="379476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71323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52044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94360" y="3730752"/>
          <a:ext cx="3840480" cy="2148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0" y="352044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3749039"/>
            <a:ext cx="6400800" cy="1920240"/>
          </a:xfrm>
          <a:prstGeom prst="roundRect">
            <a:avLst/>
          </a:prstGeom>
          <a:solidFill>
            <a:srgbClr val="EBF0F4"/>
          </a:solidFill>
          <a:ln>
            <a:solidFill>
              <a:srgbClr val="56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3753"/>
                </a:solidFill>
                <a:latin typeface="Arial"/>
              </a:rPr>
              <a:t>Interpretation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32323"/>
                </a:solidFill>
                <a:latin typeface="Arial"/>
              </a:rPr>
              <a:t>• GC/GU frequencies are explained by RNA sequence composition rather than the 6.25% equal-base null.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32323"/>
                </a:solidFill>
                <a:latin typeface="Arial"/>
              </a:rPr>
              <a:t>• AUGCAU and AGGCAU are not enriched in lncRNAs under a first-order Markov model.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32323"/>
                </a:solidFill>
                <a:latin typeface="Arial"/>
              </a:rPr>
              <a:t>• The tested 6-mers are rare in mature miRNAs; shuffle tests did not show significant enrichment.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232323"/>
                </a:solidFill>
                <a:latin typeface="Arial"/>
              </a:rPr>
              <a:t>• If ncRNAs contribute to targeting, the rule is likely more complex than genome-wide enrichment of short complementary motifs.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6708A"/>
                </a:solidFill>
                <a:latin typeface="Arial"/>
              </a:rPr>
              <a:t>Panel C shows lncRNA observed/expected values under a first-order Markov model; no placeholder values are plotted.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8503920" y="914400"/>
          <a:ext cx="3383280" cy="21945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