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Replicate 1</c:v>
                </c:pt>
              </c:strCache>
            </c:strRef>
          </c:tx>
          <c:spPr>
            <a:solidFill>
              <a:srgbClr val="3769A0"/>
            </a:solidFill>
            <a:ln>
              <a:solidFill>
                <a:srgbClr val="3769A0"/>
              </a:solidFill>
            </a:ln>
          </c:spPr>
          <c:cat>
            <c:strRef>
              <c:f>Sheet1!$A$2:$A$4</c:f>
              <c:strCache>
                <c:ptCount val="3"/>
                <c:pt idx="0">
                  <c:v>CpA</c:v>
                </c:pt>
                <c:pt idx="1">
                  <c:v>CpC</c:v>
                </c:pt>
                <c:pt idx="2">
                  <c:v>CpT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0.9971508425014266</c:v>
                </c:pt>
                <c:pt idx="1">
                  <c:v>0.6927542462152119</c:v>
                </c:pt>
                <c:pt idx="2">
                  <c:v>0.6226578008613284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Replicate 2</c:v>
                </c:pt>
              </c:strCache>
            </c:strRef>
          </c:tx>
          <c:spPr>
            <a:solidFill>
              <a:srgbClr val="E67D19"/>
            </a:solidFill>
            <a:ln>
              <a:solidFill>
                <a:srgbClr val="E67D19"/>
              </a:solidFill>
            </a:ln>
          </c:spPr>
          <c:cat>
            <c:strRef>
              <c:f>Sheet1!$A$2:$A$4</c:f>
              <c:strCache>
                <c:ptCount val="3"/>
                <c:pt idx="0">
                  <c:v>CpA</c:v>
                </c:pt>
                <c:pt idx="1">
                  <c:v>CpC</c:v>
                </c:pt>
                <c:pt idx="2">
                  <c:v>CpT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0.9891421129601926</c:v>
                </c:pt>
                <c:pt idx="1">
                  <c:v>0.6928055657859323</c:v>
                </c:pt>
                <c:pt idx="2">
                  <c:v>0.6181167085739196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>
              <a:solidFill>
                <a:srgbClr val="D7D7D7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850">
                    <a:latin typeface="Arial"/>
                  </a:rPr>
                  <a:t>Mean methylation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Replicate 1</c:v>
                </c:pt>
              </c:strCache>
            </c:strRef>
          </c:tx>
          <c:spPr>
            <a:solidFill>
              <a:srgbClr val="3769A0"/>
            </a:solidFill>
            <a:ln>
              <a:solidFill>
                <a:srgbClr val="3769A0"/>
              </a:solidFill>
            </a:ln>
          </c:spPr>
          <c:cat>
            <c:strRef>
              <c:f>Sheet1!$A$2:$A$4</c:f>
              <c:strCache>
                <c:ptCount val="3"/>
                <c:pt idx="0">
                  <c:v>CAG</c:v>
                </c:pt>
                <c:pt idx="1">
                  <c:v>CCG</c:v>
                </c:pt>
                <c:pt idx="2">
                  <c:v>CTG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1.0167043</c:v>
                </c:pt>
                <c:pt idx="1">
                  <c:v>0.80432787</c:v>
                </c:pt>
                <c:pt idx="2">
                  <c:v>0.61314116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Replicate 2</c:v>
                </c:pt>
              </c:strCache>
            </c:strRef>
          </c:tx>
          <c:spPr>
            <a:solidFill>
              <a:srgbClr val="E67D19"/>
            </a:solidFill>
            <a:ln>
              <a:solidFill>
                <a:srgbClr val="E67D19"/>
              </a:solidFill>
            </a:ln>
          </c:spPr>
          <c:cat>
            <c:strRef>
              <c:f>Sheet1!$A$2:$A$4</c:f>
              <c:strCache>
                <c:ptCount val="3"/>
                <c:pt idx="0">
                  <c:v>CAG</c:v>
                </c:pt>
                <c:pt idx="1">
                  <c:v>CCG</c:v>
                </c:pt>
                <c:pt idx="2">
                  <c:v>CTG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1.00680306</c:v>
                </c:pt>
                <c:pt idx="1">
                  <c:v>0.82333926</c:v>
                </c:pt>
                <c:pt idx="2">
                  <c:v>0.60828512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4"/>
          <c:min val="0.0"/>
        </c:scaling>
        <c:delete val="0"/>
        <c:axPos val="l"/>
        <c:majorGridlines>
          <c:spPr>
            <a:ln>
              <a:solidFill>
                <a:srgbClr val="D7D7D7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850">
                    <a:latin typeface="Arial"/>
                  </a:rPr>
                  <a:t>Mean methylation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Replicate 1</c:v>
                </c:pt>
              </c:strCache>
            </c:strRef>
          </c:tx>
          <c:spPr>
            <a:solidFill>
              <a:srgbClr val="3769A0"/>
            </a:solidFill>
            <a:ln>
              <a:solidFill>
                <a:srgbClr val="3769A0"/>
              </a:solidFill>
            </a:ln>
          </c:spPr>
          <c:cat>
            <c:strRef>
              <c:f>Sheet1!$A$2:$A$10</c:f>
              <c:strCache>
                <c:ptCount val="9"/>
                <c:pt idx="0">
                  <c:v>CAA</c:v>
                </c:pt>
                <c:pt idx="1">
                  <c:v>CAC</c:v>
                </c:pt>
                <c:pt idx="2">
                  <c:v>CAT</c:v>
                </c:pt>
                <c:pt idx="3">
                  <c:v>CCA</c:v>
                </c:pt>
                <c:pt idx="4">
                  <c:v>CCC</c:v>
                </c:pt>
                <c:pt idx="5">
                  <c:v>CCT</c:v>
                </c:pt>
                <c:pt idx="6">
                  <c:v>CTA</c:v>
                </c:pt>
                <c:pt idx="7">
                  <c:v>CTC</c:v>
                </c:pt>
                <c:pt idx="8">
                  <c:v>CTT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0.9158437</c:v>
                </c:pt>
                <c:pt idx="1">
                  <c:v>1.31654885</c:v>
                </c:pt>
                <c:pt idx="2">
                  <c:v>0.94481306</c:v>
                </c:pt>
                <c:pt idx="3">
                  <c:v>0.69909825</c:v>
                </c:pt>
                <c:pt idx="4">
                  <c:v>0.63279585</c:v>
                </c:pt>
                <c:pt idx="5">
                  <c:v>0.70508104</c:v>
                </c:pt>
                <c:pt idx="6">
                  <c:v>0.59673829</c:v>
                </c:pt>
                <c:pt idx="7">
                  <c:v>0.64129147</c:v>
                </c:pt>
                <c:pt idx="8">
                  <c:v>0.64913495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Replicate 2</c:v>
                </c:pt>
              </c:strCache>
            </c:strRef>
          </c:tx>
          <c:spPr>
            <a:solidFill>
              <a:srgbClr val="E67D19"/>
            </a:solidFill>
            <a:ln>
              <a:solidFill>
                <a:srgbClr val="E67D19"/>
              </a:solidFill>
            </a:ln>
          </c:spPr>
          <c:cat>
            <c:strRef>
              <c:f>Sheet1!$A$2:$A$10</c:f>
              <c:strCache>
                <c:ptCount val="9"/>
                <c:pt idx="0">
                  <c:v>CAA</c:v>
                </c:pt>
                <c:pt idx="1">
                  <c:v>CAC</c:v>
                </c:pt>
                <c:pt idx="2">
                  <c:v>CAT</c:v>
                </c:pt>
                <c:pt idx="3">
                  <c:v>CCA</c:v>
                </c:pt>
                <c:pt idx="4">
                  <c:v>CCC</c:v>
                </c:pt>
                <c:pt idx="5">
                  <c:v>CCT</c:v>
                </c:pt>
                <c:pt idx="6">
                  <c:v>CTA</c:v>
                </c:pt>
                <c:pt idx="7">
                  <c:v>CTC</c:v>
                </c:pt>
                <c:pt idx="8">
                  <c:v>CTT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0.91355596</c:v>
                </c:pt>
                <c:pt idx="1">
                  <c:v>1.30026304</c:v>
                </c:pt>
                <c:pt idx="2">
                  <c:v>0.94149146</c:v>
                </c:pt>
                <c:pt idx="3">
                  <c:v>0.69851451</c:v>
                </c:pt>
                <c:pt idx="4">
                  <c:v>0.62786848</c:v>
                </c:pt>
                <c:pt idx="5">
                  <c:v>0.70672382</c:v>
                </c:pt>
                <c:pt idx="6">
                  <c:v>0.5927443</c:v>
                </c:pt>
                <c:pt idx="7">
                  <c:v>0.63796991</c:v>
                </c:pt>
                <c:pt idx="8">
                  <c:v>0.64383826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5"/>
          <c:min val="0.0"/>
        </c:scaling>
        <c:delete val="0"/>
        <c:axPos val="l"/>
        <c:majorGridlines>
          <c:spPr>
            <a:ln>
              <a:solidFill>
                <a:srgbClr val="D7D7D7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850">
                    <a:latin typeface="Arial"/>
                  </a:rPr>
                  <a:t>Mean methylation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 460 motifs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3"/>
            <c:spPr>
              <a:solidFill>
                <a:srgbClr val="879BB4"/>
              </a:solidFill>
              <a:ln>
                <a:solidFill>
                  <a:srgbClr val="879BB4"/>
                </a:solidFill>
              </a:ln>
            </c:spPr>
          </c:marker>
          <c:xVal>
            <c:numRef>
              <c:f>Sheet1!$A$2:$A$461</c:f>
              <c:numCache>
                <c:formatCode>General</c:formatCode>
                <c:ptCount val="460"/>
                <c:pt idx="0">
                  <c:v>0.84812025</c:v>
                </c:pt>
                <c:pt idx="1">
                  <c:v>0.90420867</c:v>
                </c:pt>
                <c:pt idx="2">
                  <c:v>0.8731056</c:v>
                </c:pt>
                <c:pt idx="3">
                  <c:v>0.90998566</c:v>
                </c:pt>
                <c:pt idx="4">
                  <c:v>0.6859525</c:v>
                </c:pt>
                <c:pt idx="5">
                  <c:v>0.77743902</c:v>
                </c:pt>
                <c:pt idx="6">
                  <c:v>0.79595828</c:v>
                </c:pt>
                <c:pt idx="7">
                  <c:v>0.56905939</c:v>
                </c:pt>
                <c:pt idx="8">
                  <c:v>0.59555696</c:v>
                </c:pt>
                <c:pt idx="9">
                  <c:v>0.55050658</c:v>
                </c:pt>
                <c:pt idx="10">
                  <c:v>0.63661609</c:v>
                </c:pt>
                <c:pt idx="11">
                  <c:v>1.48375649</c:v>
                </c:pt>
                <c:pt idx="12">
                  <c:v>1.48230442</c:v>
                </c:pt>
                <c:pt idx="13">
                  <c:v>1.55663247</c:v>
                </c:pt>
                <c:pt idx="14">
                  <c:v>1.6337952</c:v>
                </c:pt>
                <c:pt idx="15">
                  <c:v>1.02310829</c:v>
                </c:pt>
                <c:pt idx="16">
                  <c:v>1.33909149</c:v>
                </c:pt>
                <c:pt idx="17">
                  <c:v>0.81986508</c:v>
                </c:pt>
                <c:pt idx="18">
                  <c:v>0.8411752</c:v>
                </c:pt>
                <c:pt idx="19">
                  <c:v>0.83191805</c:v>
                </c:pt>
                <c:pt idx="20">
                  <c:v>0.88738117</c:v>
                </c:pt>
                <c:pt idx="21">
                  <c:v>0.91005786</c:v>
                </c:pt>
                <c:pt idx="22">
                  <c:v>0.92232659</c:v>
                </c:pt>
                <c:pt idx="23">
                  <c:v>0.92306132</c:v>
                </c:pt>
                <c:pt idx="24">
                  <c:v>0.96051436</c:v>
                </c:pt>
                <c:pt idx="25">
                  <c:v>0.66474322</c:v>
                </c:pt>
                <c:pt idx="26">
                  <c:v>0.53356139</c:v>
                </c:pt>
                <c:pt idx="27">
                  <c:v>0.52106742</c:v>
                </c:pt>
                <c:pt idx="28">
                  <c:v>0.52281486</c:v>
                </c:pt>
                <c:pt idx="29">
                  <c:v>0.55128588</c:v>
                </c:pt>
                <c:pt idx="30">
                  <c:v>0.92692644</c:v>
                </c:pt>
                <c:pt idx="31">
                  <c:v>0.99074317</c:v>
                </c:pt>
                <c:pt idx="32">
                  <c:v>0.93081009</c:v>
                </c:pt>
                <c:pt idx="33">
                  <c:v>0.98370004</c:v>
                </c:pt>
                <c:pt idx="34">
                  <c:v>0.65307263</c:v>
                </c:pt>
                <c:pt idx="35">
                  <c:v>0.57804188</c:v>
                </c:pt>
                <c:pt idx="36">
                  <c:v>0.56185845</c:v>
                </c:pt>
                <c:pt idx="37">
                  <c:v>0.57541229</c:v>
                </c:pt>
                <c:pt idx="38">
                  <c:v>0.61383094</c:v>
                </c:pt>
                <c:pt idx="39">
                  <c:v>1.15334523</c:v>
                </c:pt>
                <c:pt idx="40">
                  <c:v>1.18397188</c:v>
                </c:pt>
                <c:pt idx="41">
                  <c:v>1.14637256</c:v>
                </c:pt>
                <c:pt idx="42">
                  <c:v>1.22909875</c:v>
                </c:pt>
                <c:pt idx="43">
                  <c:v>0.72165069</c:v>
                </c:pt>
                <c:pt idx="44">
                  <c:v>0.74631612</c:v>
                </c:pt>
                <c:pt idx="45">
                  <c:v>0.7030275</c:v>
                </c:pt>
                <c:pt idx="46">
                  <c:v>0.80553487</c:v>
                </c:pt>
                <c:pt idx="47">
                  <c:v>1.39630817</c:v>
                </c:pt>
                <c:pt idx="48">
                  <c:v>1.36094276</c:v>
                </c:pt>
                <c:pt idx="49">
                  <c:v>1.45632025</c:v>
                </c:pt>
                <c:pt idx="50">
                  <c:v>1.5144186</c:v>
                </c:pt>
                <c:pt idx="51">
                  <c:v>0.71356784</c:v>
                </c:pt>
                <c:pt idx="52">
                  <c:v>0.65946502</c:v>
                </c:pt>
                <c:pt idx="53">
                  <c:v>0.68409321</c:v>
                </c:pt>
                <c:pt idx="54">
                  <c:v>0.69679169</c:v>
                </c:pt>
                <c:pt idx="55">
                  <c:v>1.29151625</c:v>
                </c:pt>
                <c:pt idx="56">
                  <c:v>1.08627978</c:v>
                </c:pt>
                <c:pt idx="57">
                  <c:v>1.08160834</c:v>
                </c:pt>
                <c:pt idx="58">
                  <c:v>1.03102755</c:v>
                </c:pt>
                <c:pt idx="59">
                  <c:v>1.14851328</c:v>
                </c:pt>
                <c:pt idx="60">
                  <c:v>0.73113421</c:v>
                </c:pt>
                <c:pt idx="61">
                  <c:v>0.63083796</c:v>
                </c:pt>
                <c:pt idx="62">
                  <c:v>0.59959611</c:v>
                </c:pt>
                <c:pt idx="63">
                  <c:v>0.63831039</c:v>
                </c:pt>
                <c:pt idx="64">
                  <c:v>0.62275003</c:v>
                </c:pt>
                <c:pt idx="65">
                  <c:v>0.80563807</c:v>
                </c:pt>
                <c:pt idx="66">
                  <c:v>0.83593624</c:v>
                </c:pt>
                <c:pt idx="67">
                  <c:v>0.74032599</c:v>
                </c:pt>
                <c:pt idx="68">
                  <c:v>0.81688877</c:v>
                </c:pt>
                <c:pt idx="69">
                  <c:v>0.76520681</c:v>
                </c:pt>
                <c:pt idx="70">
                  <c:v>0.55470064</c:v>
                </c:pt>
                <c:pt idx="71">
                  <c:v>0.56955323</c:v>
                </c:pt>
                <c:pt idx="72">
                  <c:v>0.53771405</c:v>
                </c:pt>
                <c:pt idx="73">
                  <c:v>0.57969483</c:v>
                </c:pt>
                <c:pt idx="74">
                  <c:v>1.47983328</c:v>
                </c:pt>
                <c:pt idx="75">
                  <c:v>1.50028752</c:v>
                </c:pt>
                <c:pt idx="76">
                  <c:v>1.43541364</c:v>
                </c:pt>
                <c:pt idx="77">
                  <c:v>1.61685631</c:v>
                </c:pt>
                <c:pt idx="78">
                  <c:v>0.81992718</c:v>
                </c:pt>
                <c:pt idx="79">
                  <c:v>0.74855324</c:v>
                </c:pt>
                <c:pt idx="80">
                  <c:v>0.78121758</c:v>
                </c:pt>
                <c:pt idx="81">
                  <c:v>0.89002478</c:v>
                </c:pt>
                <c:pt idx="82">
                  <c:v>0.87475608</c:v>
                </c:pt>
                <c:pt idx="83">
                  <c:v>0.93509048</c:v>
                </c:pt>
                <c:pt idx="84">
                  <c:v>0.86826371</c:v>
                </c:pt>
                <c:pt idx="85">
                  <c:v>0.96142477</c:v>
                </c:pt>
                <c:pt idx="86">
                  <c:v>0.73894231</c:v>
                </c:pt>
                <c:pt idx="87">
                  <c:v>0.53449737</c:v>
                </c:pt>
                <c:pt idx="88">
                  <c:v>0.548499</c:v>
                </c:pt>
                <c:pt idx="89">
                  <c:v>0.50368488</c:v>
                </c:pt>
                <c:pt idx="90">
                  <c:v>0.58789205</c:v>
                </c:pt>
                <c:pt idx="91">
                  <c:v>0.83930759</c:v>
                </c:pt>
                <c:pt idx="92">
                  <c:v>0.87383901</c:v>
                </c:pt>
                <c:pt idx="93">
                  <c:v>0.8367622</c:v>
                </c:pt>
                <c:pt idx="94">
                  <c:v>0.91787853</c:v>
                </c:pt>
                <c:pt idx="95">
                  <c:v>0.54483267</c:v>
                </c:pt>
                <c:pt idx="96">
                  <c:v>0.56543152</c:v>
                </c:pt>
                <c:pt idx="97">
                  <c:v>0.55223723</c:v>
                </c:pt>
                <c:pt idx="98">
                  <c:v>0.62389804</c:v>
                </c:pt>
                <c:pt idx="99">
                  <c:v>0.89204357</c:v>
                </c:pt>
                <c:pt idx="100">
                  <c:v>0.96163806</c:v>
                </c:pt>
                <c:pt idx="101">
                  <c:v>0.87752779</c:v>
                </c:pt>
                <c:pt idx="102">
                  <c:v>0.96849305</c:v>
                </c:pt>
                <c:pt idx="103">
                  <c:v>0.69704005</c:v>
                </c:pt>
                <c:pt idx="104">
                  <c:v>0.56262647</c:v>
                </c:pt>
                <c:pt idx="105">
                  <c:v>0.5713893</c:v>
                </c:pt>
                <c:pt idx="106">
                  <c:v>0.54715724</c:v>
                </c:pt>
                <c:pt idx="107">
                  <c:v>0.57005437</c:v>
                </c:pt>
                <c:pt idx="108">
                  <c:v>1.41802234</c:v>
                </c:pt>
                <c:pt idx="109">
                  <c:v>1.35372522</c:v>
                </c:pt>
                <c:pt idx="110">
                  <c:v>1.33433447</c:v>
                </c:pt>
                <c:pt idx="111">
                  <c:v>1.54117854</c:v>
                </c:pt>
                <c:pt idx="112">
                  <c:v>0.72466058</c:v>
                </c:pt>
                <c:pt idx="113">
                  <c:v>0.71899182</c:v>
                </c:pt>
                <c:pt idx="114">
                  <c:v>0.75953671</c:v>
                </c:pt>
                <c:pt idx="115">
                  <c:v>0.76632516</c:v>
                </c:pt>
                <c:pt idx="116">
                  <c:v>0.92897029</c:v>
                </c:pt>
                <c:pt idx="117">
                  <c:v>0.98871615</c:v>
                </c:pt>
                <c:pt idx="118">
                  <c:v>0.90035819</c:v>
                </c:pt>
                <c:pt idx="119">
                  <c:v>1.03238938</c:v>
                </c:pt>
                <c:pt idx="120">
                  <c:v>0.55637699</c:v>
                </c:pt>
                <c:pt idx="121">
                  <c:v>0.59340261</c:v>
                </c:pt>
                <c:pt idx="122">
                  <c:v>0.51691163</c:v>
                </c:pt>
                <c:pt idx="123">
                  <c:v>0.6194576</c:v>
                </c:pt>
                <c:pt idx="124">
                  <c:v>0.94512353</c:v>
                </c:pt>
                <c:pt idx="125">
                  <c:v>1.03233863</c:v>
                </c:pt>
                <c:pt idx="126">
                  <c:v>0.92528383</c:v>
                </c:pt>
                <c:pt idx="127">
                  <c:v>1.00672757</c:v>
                </c:pt>
                <c:pt idx="128">
                  <c:v>0.77028714</c:v>
                </c:pt>
                <c:pt idx="129">
                  <c:v>0.58991679</c:v>
                </c:pt>
                <c:pt idx="130">
                  <c:v>0.54519203</c:v>
                </c:pt>
                <c:pt idx="131">
                  <c:v>0.5823154</c:v>
                </c:pt>
                <c:pt idx="132">
                  <c:v>0.63342872</c:v>
                </c:pt>
                <c:pt idx="133">
                  <c:v>0.90330957</c:v>
                </c:pt>
                <c:pt idx="134">
                  <c:v>0.8983995</c:v>
                </c:pt>
                <c:pt idx="135">
                  <c:v>0.84952182</c:v>
                </c:pt>
                <c:pt idx="136">
                  <c:v>0.94748345</c:v>
                </c:pt>
                <c:pt idx="137">
                  <c:v>0.56746878</c:v>
                </c:pt>
                <c:pt idx="138">
                  <c:v>0.54375615</c:v>
                </c:pt>
                <c:pt idx="139">
                  <c:v>0.52828619</c:v>
                </c:pt>
                <c:pt idx="140">
                  <c:v>0.63507719</c:v>
                </c:pt>
                <c:pt idx="141">
                  <c:v>1.53705218</c:v>
                </c:pt>
                <c:pt idx="142">
                  <c:v>1.55586081</c:v>
                </c:pt>
                <c:pt idx="143">
                  <c:v>1.46123669</c:v>
                </c:pt>
                <c:pt idx="144">
                  <c:v>0.80664353</c:v>
                </c:pt>
                <c:pt idx="145">
                  <c:v>0.83454425</c:v>
                </c:pt>
                <c:pt idx="146">
                  <c:v>0.77848824</c:v>
                </c:pt>
                <c:pt idx="147">
                  <c:v>0.84385217</c:v>
                </c:pt>
                <c:pt idx="148">
                  <c:v>0.93774014</c:v>
                </c:pt>
                <c:pt idx="149">
                  <c:v>1.01460334</c:v>
                </c:pt>
                <c:pt idx="150">
                  <c:v>0.93887423</c:v>
                </c:pt>
                <c:pt idx="151">
                  <c:v>1.00336927</c:v>
                </c:pt>
                <c:pt idx="152">
                  <c:v>0.50376206</c:v>
                </c:pt>
                <c:pt idx="153">
                  <c:v>0.53398058</c:v>
                </c:pt>
                <c:pt idx="154">
                  <c:v>0.50542131</c:v>
                </c:pt>
                <c:pt idx="155">
                  <c:v>0.58203385</c:v>
                </c:pt>
                <c:pt idx="156">
                  <c:v>1.01114228</c:v>
                </c:pt>
                <c:pt idx="157">
                  <c:v>1.09991674</c:v>
                </c:pt>
                <c:pt idx="158">
                  <c:v>0.92794916</c:v>
                </c:pt>
                <c:pt idx="159">
                  <c:v>1.04363755</c:v>
                </c:pt>
                <c:pt idx="160">
                  <c:v>0.62462593</c:v>
                </c:pt>
                <c:pt idx="161">
                  <c:v>0.61580108</c:v>
                </c:pt>
                <c:pt idx="162">
                  <c:v>0.60259301</c:v>
                </c:pt>
                <c:pt idx="163">
                  <c:v>0.67230886</c:v>
                </c:pt>
                <c:pt idx="164">
                  <c:v>0.9478282</c:v>
                </c:pt>
                <c:pt idx="165">
                  <c:v>0.98301019</c:v>
                </c:pt>
                <c:pt idx="166">
                  <c:v>0.93701781</c:v>
                </c:pt>
                <c:pt idx="167">
                  <c:v>0.98801096</c:v>
                </c:pt>
                <c:pt idx="168">
                  <c:v>0.60839161</c:v>
                </c:pt>
                <c:pt idx="169">
                  <c:v>0.59972078</c:v>
                </c:pt>
                <c:pt idx="170">
                  <c:v>0.60456752</c:v>
                </c:pt>
                <c:pt idx="171">
                  <c:v>0.65563267</c:v>
                </c:pt>
                <c:pt idx="172">
                  <c:v>1.20436608</c:v>
                </c:pt>
                <c:pt idx="173">
                  <c:v>1.26893052</c:v>
                </c:pt>
                <c:pt idx="174">
                  <c:v>1.23068966</c:v>
                </c:pt>
                <c:pt idx="175">
                  <c:v>1.37119034</c:v>
                </c:pt>
                <c:pt idx="176">
                  <c:v>0.59041614</c:v>
                </c:pt>
                <c:pt idx="177">
                  <c:v>0.61993243</c:v>
                </c:pt>
                <c:pt idx="178">
                  <c:v>0.62170612</c:v>
                </c:pt>
                <c:pt idx="179">
                  <c:v>0.94888239</c:v>
                </c:pt>
                <c:pt idx="180">
                  <c:v>0.97638415</c:v>
                </c:pt>
                <c:pt idx="181">
                  <c:v>0.90579036</c:v>
                </c:pt>
                <c:pt idx="182">
                  <c:v>0.95686147</c:v>
                </c:pt>
                <c:pt idx="183">
                  <c:v>0.54973545</c:v>
                </c:pt>
                <c:pt idx="184">
                  <c:v>0.60883483</c:v>
                </c:pt>
                <c:pt idx="185">
                  <c:v>0.52803463</c:v>
                </c:pt>
                <c:pt idx="186">
                  <c:v>0.53565284</c:v>
                </c:pt>
                <c:pt idx="187">
                  <c:v>0.78554269</c:v>
                </c:pt>
                <c:pt idx="188">
                  <c:v>0.89140445</c:v>
                </c:pt>
                <c:pt idx="189">
                  <c:v>0.82611875</c:v>
                </c:pt>
                <c:pt idx="190">
                  <c:v>0.95299073</c:v>
                </c:pt>
                <c:pt idx="191">
                  <c:v>0.79608016</c:v>
                </c:pt>
                <c:pt idx="192">
                  <c:v>0.94087246</c:v>
                </c:pt>
                <c:pt idx="193">
                  <c:v>0.50196439</c:v>
                </c:pt>
                <c:pt idx="194">
                  <c:v>0.54421606</c:v>
                </c:pt>
                <c:pt idx="195">
                  <c:v>0.50048031</c:v>
                </c:pt>
                <c:pt idx="196">
                  <c:v>0.56451613</c:v>
                </c:pt>
                <c:pt idx="197">
                  <c:v>1.41344356</c:v>
                </c:pt>
                <c:pt idx="198">
                  <c:v>1.4024919</c:v>
                </c:pt>
                <c:pt idx="199">
                  <c:v>1.38095961</c:v>
                </c:pt>
                <c:pt idx="200">
                  <c:v>1.40643097</c:v>
                </c:pt>
                <c:pt idx="201">
                  <c:v>0.6870591</c:v>
                </c:pt>
                <c:pt idx="202">
                  <c:v>0.64272782</c:v>
                </c:pt>
                <c:pt idx="203">
                  <c:v>0.699375</c:v>
                </c:pt>
                <c:pt idx="204">
                  <c:v>0.81323048</c:v>
                </c:pt>
                <c:pt idx="205">
                  <c:v>0.89775967</c:v>
                </c:pt>
                <c:pt idx="206">
                  <c:v>0.88286969</c:v>
                </c:pt>
                <c:pt idx="207">
                  <c:v>0.83284861</c:v>
                </c:pt>
                <c:pt idx="208">
                  <c:v>0.95806511</c:v>
                </c:pt>
                <c:pt idx="209">
                  <c:v>0.52649861</c:v>
                </c:pt>
                <c:pt idx="210">
                  <c:v>0.51106962</c:v>
                </c:pt>
                <c:pt idx="211">
                  <c:v>0.59653819</c:v>
                </c:pt>
                <c:pt idx="212">
                  <c:v>0.46888955</c:v>
                </c:pt>
                <c:pt idx="213">
                  <c:v>0.95393215</c:v>
                </c:pt>
                <c:pt idx="214">
                  <c:v>1.00879636</c:v>
                </c:pt>
                <c:pt idx="215">
                  <c:v>0.93878443</c:v>
                </c:pt>
                <c:pt idx="216">
                  <c:v>1.02180017</c:v>
                </c:pt>
                <c:pt idx="217">
                  <c:v>0.53368181</c:v>
                </c:pt>
                <c:pt idx="218">
                  <c:v>0.57345798</c:v>
                </c:pt>
                <c:pt idx="219">
                  <c:v>0.56134454</c:v>
                </c:pt>
                <c:pt idx="220">
                  <c:v>0.61312593</c:v>
                </c:pt>
                <c:pt idx="221">
                  <c:v>0.86826078</c:v>
                </c:pt>
                <c:pt idx="222">
                  <c:v>0.85527265</c:v>
                </c:pt>
                <c:pt idx="223">
                  <c:v>0.81392045</c:v>
                </c:pt>
                <c:pt idx="224">
                  <c:v>0.89506408</c:v>
                </c:pt>
                <c:pt idx="225">
                  <c:v>0.89618074</c:v>
                </c:pt>
                <c:pt idx="226">
                  <c:v>0.53113169</c:v>
                </c:pt>
                <c:pt idx="227">
                  <c:v>0.53561624</c:v>
                </c:pt>
                <c:pt idx="228">
                  <c:v>0.57014734</c:v>
                </c:pt>
                <c:pt idx="229">
                  <c:v>0.58874392</c:v>
                </c:pt>
                <c:pt idx="230">
                  <c:v>1.42635315</c:v>
                </c:pt>
                <c:pt idx="231">
                  <c:v>1.49622438</c:v>
                </c:pt>
                <c:pt idx="232">
                  <c:v>1.39680206</c:v>
                </c:pt>
                <c:pt idx="233">
                  <c:v>1.52171272</c:v>
                </c:pt>
                <c:pt idx="234">
                  <c:v>0.82423403</c:v>
                </c:pt>
                <c:pt idx="235">
                  <c:v>0.84480913</c:v>
                </c:pt>
                <c:pt idx="236">
                  <c:v>0.78076753</c:v>
                </c:pt>
                <c:pt idx="237">
                  <c:v>0.89060773</c:v>
                </c:pt>
                <c:pt idx="238">
                  <c:v>0.91598953</c:v>
                </c:pt>
                <c:pt idx="239">
                  <c:v>0.96948578</c:v>
                </c:pt>
                <c:pt idx="240">
                  <c:v>0.97979798</c:v>
                </c:pt>
                <c:pt idx="241">
                  <c:v>0.945429</c:v>
                </c:pt>
                <c:pt idx="242">
                  <c:v>0.88600805</c:v>
                </c:pt>
                <c:pt idx="243">
                  <c:v>0.53930638</c:v>
                </c:pt>
                <c:pt idx="244">
                  <c:v>0.55443709</c:v>
                </c:pt>
                <c:pt idx="245">
                  <c:v>0.54025704</c:v>
                </c:pt>
                <c:pt idx="246">
                  <c:v>0.57529055</c:v>
                </c:pt>
                <c:pt idx="247">
                  <c:v>0.88549549</c:v>
                </c:pt>
                <c:pt idx="248">
                  <c:v>0.98193037</c:v>
                </c:pt>
                <c:pt idx="249">
                  <c:v>0.91503592</c:v>
                </c:pt>
                <c:pt idx="250">
                  <c:v>1.00316973</c:v>
                </c:pt>
                <c:pt idx="251">
                  <c:v>0.5781148</c:v>
                </c:pt>
                <c:pt idx="252">
                  <c:v>0.57717751</c:v>
                </c:pt>
                <c:pt idx="253">
                  <c:v>0.51931469</c:v>
                </c:pt>
                <c:pt idx="254">
                  <c:v>0.58503569</c:v>
                </c:pt>
                <c:pt idx="255">
                  <c:v>0.99813433</c:v>
                </c:pt>
                <c:pt idx="256">
                  <c:v>1.05678409</c:v>
                </c:pt>
                <c:pt idx="257">
                  <c:v>1.02561736</c:v>
                </c:pt>
                <c:pt idx="258">
                  <c:v>1.15790692</c:v>
                </c:pt>
                <c:pt idx="259">
                  <c:v>0.62456822</c:v>
                </c:pt>
                <c:pt idx="260">
                  <c:v>0.61709357</c:v>
                </c:pt>
                <c:pt idx="261">
                  <c:v>0.65517241</c:v>
                </c:pt>
                <c:pt idx="262">
                  <c:v>0.73088779</c:v>
                </c:pt>
                <c:pt idx="263">
                  <c:v>1.32030953</c:v>
                </c:pt>
                <c:pt idx="264">
                  <c:v>1.37194389</c:v>
                </c:pt>
                <c:pt idx="265">
                  <c:v>1.33787635</c:v>
                </c:pt>
                <c:pt idx="266">
                  <c:v>1.34948826</c:v>
                </c:pt>
                <c:pt idx="267">
                  <c:v>0.76130524</c:v>
                </c:pt>
                <c:pt idx="268">
                  <c:v>0.76254759</c:v>
                </c:pt>
                <c:pt idx="269">
                  <c:v>0.73288938</c:v>
                </c:pt>
                <c:pt idx="270">
                  <c:v>0.98879266</c:v>
                </c:pt>
                <c:pt idx="271">
                  <c:v>0.97209302</c:v>
                </c:pt>
                <c:pt idx="272">
                  <c:v>0.99669967</c:v>
                </c:pt>
                <c:pt idx="273">
                  <c:v>1.04565844</c:v>
                </c:pt>
                <c:pt idx="274">
                  <c:v>0.57305868</c:v>
                </c:pt>
                <c:pt idx="275">
                  <c:v>0.58934373</c:v>
                </c:pt>
                <c:pt idx="276">
                  <c:v>0.55715233</c:v>
                </c:pt>
                <c:pt idx="277">
                  <c:v>0.59190527</c:v>
                </c:pt>
                <c:pt idx="278">
                  <c:v>0.76439169</c:v>
                </c:pt>
                <c:pt idx="279">
                  <c:v>0.75706215</c:v>
                </c:pt>
                <c:pt idx="280">
                  <c:v>0.778826</c:v>
                </c:pt>
                <c:pt idx="281">
                  <c:v>0.80355556</c:v>
                </c:pt>
                <c:pt idx="282">
                  <c:v>0.52171197</c:v>
                </c:pt>
                <c:pt idx="283">
                  <c:v>0.59655638</c:v>
                </c:pt>
                <c:pt idx="284">
                  <c:v>0.56531694</c:v>
                </c:pt>
                <c:pt idx="285">
                  <c:v>0.55445545</c:v>
                </c:pt>
                <c:pt idx="286">
                  <c:v>1.37798011</c:v>
                </c:pt>
                <c:pt idx="287">
                  <c:v>1.50684932</c:v>
                </c:pt>
                <c:pt idx="288">
                  <c:v>1.59264374</c:v>
                </c:pt>
                <c:pt idx="289">
                  <c:v>1.48800548</c:v>
                </c:pt>
                <c:pt idx="290">
                  <c:v>0.78859133</c:v>
                </c:pt>
                <c:pt idx="291">
                  <c:v>0.82793476</c:v>
                </c:pt>
                <c:pt idx="292">
                  <c:v>0.82216495</c:v>
                </c:pt>
                <c:pt idx="293">
                  <c:v>0.82637674</c:v>
                </c:pt>
                <c:pt idx="294">
                  <c:v>0.75818303</c:v>
                </c:pt>
                <c:pt idx="295">
                  <c:v>0.84546473</c:v>
                </c:pt>
                <c:pt idx="296">
                  <c:v>0.93438639</c:v>
                </c:pt>
                <c:pt idx="297">
                  <c:v>0.5118417</c:v>
                </c:pt>
                <c:pt idx="298">
                  <c:v>0.42955484</c:v>
                </c:pt>
                <c:pt idx="299">
                  <c:v>0.55027829</c:v>
                </c:pt>
                <c:pt idx="300">
                  <c:v>0.59957239</c:v>
                </c:pt>
                <c:pt idx="301">
                  <c:v>0.83485228</c:v>
                </c:pt>
                <c:pt idx="302">
                  <c:v>0.77140613</c:v>
                </c:pt>
                <c:pt idx="303">
                  <c:v>0.83701289</c:v>
                </c:pt>
                <c:pt idx="304">
                  <c:v>0.79843886</c:v>
                </c:pt>
                <c:pt idx="305">
                  <c:v>0.5704947</c:v>
                </c:pt>
                <c:pt idx="306">
                  <c:v>0.55769231</c:v>
                </c:pt>
                <c:pt idx="307">
                  <c:v>0.49391618</c:v>
                </c:pt>
                <c:pt idx="308">
                  <c:v>0.57415254</c:v>
                </c:pt>
                <c:pt idx="309">
                  <c:v>0.86614709</c:v>
                </c:pt>
                <c:pt idx="310">
                  <c:v>0.90287278</c:v>
                </c:pt>
                <c:pt idx="311">
                  <c:v>0.82623509</c:v>
                </c:pt>
                <c:pt idx="312">
                  <c:v>0.88476562</c:v>
                </c:pt>
                <c:pt idx="313">
                  <c:v>0.51128831</c:v>
                </c:pt>
                <c:pt idx="314">
                  <c:v>0.50787766</c:v>
                </c:pt>
                <c:pt idx="315">
                  <c:v>0.50285487</c:v>
                </c:pt>
                <c:pt idx="316">
                  <c:v>0.54844291</c:v>
                </c:pt>
                <c:pt idx="317">
                  <c:v>1.41194743</c:v>
                </c:pt>
                <c:pt idx="318">
                  <c:v>1.39028651</c:v>
                </c:pt>
                <c:pt idx="319">
                  <c:v>1.29608632</c:v>
                </c:pt>
                <c:pt idx="320">
                  <c:v>1.44243119</c:v>
                </c:pt>
                <c:pt idx="321">
                  <c:v>0.71479467</c:v>
                </c:pt>
                <c:pt idx="322">
                  <c:v>0.75</c:v>
                </c:pt>
                <c:pt idx="323">
                  <c:v>0.73085956</c:v>
                </c:pt>
                <c:pt idx="324">
                  <c:v>0.75446429</c:v>
                </c:pt>
                <c:pt idx="325">
                  <c:v>0.90269109</c:v>
                </c:pt>
                <c:pt idx="326">
                  <c:v>0.86480978</c:v>
                </c:pt>
                <c:pt idx="327">
                  <c:v>0.88016765</c:v>
                </c:pt>
                <c:pt idx="328">
                  <c:v>1.0183564</c:v>
                </c:pt>
                <c:pt idx="329">
                  <c:v>0.5362289</c:v>
                </c:pt>
                <c:pt idx="330">
                  <c:v>0.49300102</c:v>
                </c:pt>
                <c:pt idx="331">
                  <c:v>0.50316623</c:v>
                </c:pt>
                <c:pt idx="332">
                  <c:v>0.58767535</c:v>
                </c:pt>
                <c:pt idx="333">
                  <c:v>0.85181308</c:v>
                </c:pt>
                <c:pt idx="334">
                  <c:v>0.93492895</c:v>
                </c:pt>
                <c:pt idx="335">
                  <c:v>0.89447718</c:v>
                </c:pt>
                <c:pt idx="336">
                  <c:v>0.94333004</c:v>
                </c:pt>
                <c:pt idx="337">
                  <c:v>0.5400582</c:v>
                </c:pt>
                <c:pt idx="338">
                  <c:v>0.60694698</c:v>
                </c:pt>
                <c:pt idx="339">
                  <c:v>0.53444936</c:v>
                </c:pt>
                <c:pt idx="340">
                  <c:v>0.60242555</c:v>
                </c:pt>
                <c:pt idx="341">
                  <c:v>0.9010864</c:v>
                </c:pt>
                <c:pt idx="342">
                  <c:v>0.99345865</c:v>
                </c:pt>
                <c:pt idx="343">
                  <c:v>0.87962487</c:v>
                </c:pt>
                <c:pt idx="344">
                  <c:v>0.9359178</c:v>
                </c:pt>
                <c:pt idx="345">
                  <c:v>0.72040947</c:v>
                </c:pt>
                <c:pt idx="346">
                  <c:v>0.56257651</c:v>
                </c:pt>
                <c:pt idx="347">
                  <c:v>0.61206212</c:v>
                </c:pt>
                <c:pt idx="348">
                  <c:v>0.57876322</c:v>
                </c:pt>
                <c:pt idx="349">
                  <c:v>0.5968574</c:v>
                </c:pt>
                <c:pt idx="350">
                  <c:v>1.51406752</c:v>
                </c:pt>
                <c:pt idx="351">
                  <c:v>1.5379979</c:v>
                </c:pt>
                <c:pt idx="352">
                  <c:v>1.46313143</c:v>
                </c:pt>
                <c:pt idx="353">
                  <c:v>0.7796215</c:v>
                </c:pt>
                <c:pt idx="354">
                  <c:v>0.78016488</c:v>
                </c:pt>
                <c:pt idx="355">
                  <c:v>0.78581402</c:v>
                </c:pt>
                <c:pt idx="356">
                  <c:v>0.88884977</c:v>
                </c:pt>
                <c:pt idx="357">
                  <c:v>0.89708677</c:v>
                </c:pt>
                <c:pt idx="358">
                  <c:v>0.94076506</c:v>
                </c:pt>
                <c:pt idx="359">
                  <c:v>0.96260358</c:v>
                </c:pt>
                <c:pt idx="360">
                  <c:v>1.00237404</c:v>
                </c:pt>
                <c:pt idx="361">
                  <c:v>0.56695235</c:v>
                </c:pt>
                <c:pt idx="362">
                  <c:v>0.49280732</c:v>
                </c:pt>
                <c:pt idx="363">
                  <c:v>0.53450363</c:v>
                </c:pt>
                <c:pt idx="364">
                  <c:v>0.58053365</c:v>
                </c:pt>
                <c:pt idx="365">
                  <c:v>0.9508015</c:v>
                </c:pt>
                <c:pt idx="366">
                  <c:v>1.03906427</c:v>
                </c:pt>
                <c:pt idx="367">
                  <c:v>0.89723903</c:v>
                </c:pt>
                <c:pt idx="368">
                  <c:v>1.01839439</c:v>
                </c:pt>
                <c:pt idx="369">
                  <c:v>0.60667278</c:v>
                </c:pt>
                <c:pt idx="370">
                  <c:v>0.56860966</c:v>
                </c:pt>
                <c:pt idx="371">
                  <c:v>0.58488053</c:v>
                </c:pt>
                <c:pt idx="372">
                  <c:v>0.62073055</c:v>
                </c:pt>
                <c:pt idx="373">
                  <c:v>0.99423924</c:v>
                </c:pt>
                <c:pt idx="374">
                  <c:v>1.10383663</c:v>
                </c:pt>
                <c:pt idx="375">
                  <c:v>1.01883372</c:v>
                </c:pt>
                <c:pt idx="376">
                  <c:v>1.08221477</c:v>
                </c:pt>
                <c:pt idx="377">
                  <c:v>0.66256117</c:v>
                </c:pt>
                <c:pt idx="378">
                  <c:v>0.62081675</c:v>
                </c:pt>
                <c:pt idx="379">
                  <c:v>0.63287671</c:v>
                </c:pt>
                <c:pt idx="380">
                  <c:v>0.70592105</c:v>
                </c:pt>
                <c:pt idx="381">
                  <c:v>1.31342152</c:v>
                </c:pt>
                <c:pt idx="382">
                  <c:v>1.3059132</c:v>
                </c:pt>
                <c:pt idx="383">
                  <c:v>1.4236122</c:v>
                </c:pt>
                <c:pt idx="384">
                  <c:v>1.43844697</c:v>
                </c:pt>
                <c:pt idx="385">
                  <c:v>0.68594091</c:v>
                </c:pt>
                <c:pt idx="386">
                  <c:v>0.61772853</c:v>
                </c:pt>
                <c:pt idx="387">
                  <c:v>0.62873303</c:v>
                </c:pt>
                <c:pt idx="388">
                  <c:v>0.77044534</c:v>
                </c:pt>
                <c:pt idx="389">
                  <c:v>0.98841378</c:v>
                </c:pt>
                <c:pt idx="390">
                  <c:v>1.0583778</c:v>
                </c:pt>
                <c:pt idx="391">
                  <c:v>0.91213576</c:v>
                </c:pt>
                <c:pt idx="392">
                  <c:v>1.10610593</c:v>
                </c:pt>
                <c:pt idx="393">
                  <c:v>0.57367354</c:v>
                </c:pt>
                <c:pt idx="394">
                  <c:v>0.56510934</c:v>
                </c:pt>
                <c:pt idx="395">
                  <c:v>0.59080128</c:v>
                </c:pt>
                <c:pt idx="396">
                  <c:v>0.60385875</c:v>
                </c:pt>
                <c:pt idx="397">
                  <c:v>0.79227285</c:v>
                </c:pt>
                <c:pt idx="398">
                  <c:v>0.82512714</c:v>
                </c:pt>
                <c:pt idx="399">
                  <c:v>0.78774462</c:v>
                </c:pt>
                <c:pt idx="400">
                  <c:v>0.83149151</c:v>
                </c:pt>
                <c:pt idx="401">
                  <c:v>0.5849596</c:v>
                </c:pt>
                <c:pt idx="402">
                  <c:v>0.51660191</c:v>
                </c:pt>
                <c:pt idx="403">
                  <c:v>0.53262428</c:v>
                </c:pt>
                <c:pt idx="404">
                  <c:v>0.60434869</c:v>
                </c:pt>
                <c:pt idx="405">
                  <c:v>1.51728457</c:v>
                </c:pt>
                <c:pt idx="406">
                  <c:v>1.58276486</c:v>
                </c:pt>
                <c:pt idx="407">
                  <c:v>1.54989503</c:v>
                </c:pt>
                <c:pt idx="408">
                  <c:v>0.80858941</c:v>
                </c:pt>
                <c:pt idx="409">
                  <c:v>0.84949656</c:v>
                </c:pt>
                <c:pt idx="410">
                  <c:v>0.74347313</c:v>
                </c:pt>
                <c:pt idx="411">
                  <c:v>0.82969259</c:v>
                </c:pt>
                <c:pt idx="412">
                  <c:v>0.83998587</c:v>
                </c:pt>
                <c:pt idx="413">
                  <c:v>0.85636904</c:v>
                </c:pt>
                <c:pt idx="414">
                  <c:v>0.83355243</c:v>
                </c:pt>
                <c:pt idx="415">
                  <c:v>0.84680203</c:v>
                </c:pt>
                <c:pt idx="416">
                  <c:v>0.50751605</c:v>
                </c:pt>
                <c:pt idx="417">
                  <c:v>0.52375461</c:v>
                </c:pt>
                <c:pt idx="418">
                  <c:v>0.4969546</c:v>
                </c:pt>
                <c:pt idx="419">
                  <c:v>0.52377015</c:v>
                </c:pt>
                <c:pt idx="420">
                  <c:v>0.84788431</c:v>
                </c:pt>
                <c:pt idx="421">
                  <c:v>0.97914339</c:v>
                </c:pt>
                <c:pt idx="422">
                  <c:v>0.89211973</c:v>
                </c:pt>
                <c:pt idx="423">
                  <c:v>0.9681424</c:v>
                </c:pt>
                <c:pt idx="424">
                  <c:v>0.56434911</c:v>
                </c:pt>
                <c:pt idx="425">
                  <c:v>0.55439727</c:v>
                </c:pt>
                <c:pt idx="426">
                  <c:v>0.51911745</c:v>
                </c:pt>
                <c:pt idx="427">
                  <c:v>0.58333333</c:v>
                </c:pt>
                <c:pt idx="428">
                  <c:v>0.88235635</c:v>
                </c:pt>
                <c:pt idx="429">
                  <c:v>0.96586494</c:v>
                </c:pt>
                <c:pt idx="430">
                  <c:v>0.89819085</c:v>
                </c:pt>
                <c:pt idx="431">
                  <c:v>0.99295916</c:v>
                </c:pt>
                <c:pt idx="432">
                  <c:v>0.58163509</c:v>
                </c:pt>
                <c:pt idx="433">
                  <c:v>0.57060954</c:v>
                </c:pt>
                <c:pt idx="434">
                  <c:v>0.53958862</c:v>
                </c:pt>
                <c:pt idx="435">
                  <c:v>0.61014723</c:v>
                </c:pt>
                <c:pt idx="436">
                  <c:v>1.45636005</c:v>
                </c:pt>
                <c:pt idx="437">
                  <c:v>1.4969697</c:v>
                </c:pt>
                <c:pt idx="438">
                  <c:v>1.37184874</c:v>
                </c:pt>
                <c:pt idx="439">
                  <c:v>1.51067236</c:v>
                </c:pt>
                <c:pt idx="440">
                  <c:v>0.71992424</c:v>
                </c:pt>
                <c:pt idx="441">
                  <c:v>0.69016922</c:v>
                </c:pt>
                <c:pt idx="442">
                  <c:v>0.7246659</c:v>
                </c:pt>
                <c:pt idx="443">
                  <c:v>0.75858088</c:v>
                </c:pt>
                <c:pt idx="444">
                  <c:v>0.92129711</c:v>
                </c:pt>
                <c:pt idx="445">
                  <c:v>0.9895927</c:v>
                </c:pt>
                <c:pt idx="446">
                  <c:v>0.89861012</c:v>
                </c:pt>
                <c:pt idx="447">
                  <c:v>0.9903501</c:v>
                </c:pt>
                <c:pt idx="448">
                  <c:v>0.52564509</c:v>
                </c:pt>
                <c:pt idx="449">
                  <c:v>0.54690659</c:v>
                </c:pt>
                <c:pt idx="450">
                  <c:v>0.52577571</c:v>
                </c:pt>
                <c:pt idx="451">
                  <c:v>0.58158196</c:v>
                </c:pt>
                <c:pt idx="452">
                  <c:v>0.95137015</c:v>
                </c:pt>
                <c:pt idx="453">
                  <c:v>0.96438222</c:v>
                </c:pt>
                <c:pt idx="454">
                  <c:v>0.93347129</c:v>
                </c:pt>
                <c:pt idx="455">
                  <c:v>1.03970559</c:v>
                </c:pt>
                <c:pt idx="456">
                  <c:v>0.593947</c:v>
                </c:pt>
                <c:pt idx="457">
                  <c:v>0.565089</c:v>
                </c:pt>
                <c:pt idx="458">
                  <c:v>0.59068931</c:v>
                </c:pt>
                <c:pt idx="459">
                  <c:v>0.64398374</c:v>
                </c:pt>
              </c:numCache>
            </c:numRef>
          </c:xVal>
          <c:yVal>
            <c:numRef>
              <c:f>Sheet1!$B$2:$B$461</c:f>
              <c:numCache>
                <c:formatCode>General</c:formatCode>
                <c:ptCount val="460"/>
                <c:pt idx="0">
                  <c:v>0.8585029</c:v>
                </c:pt>
                <c:pt idx="1">
                  <c:v>0.91496768</c:v>
                </c:pt>
                <c:pt idx="2">
                  <c:v>0.87500456</c:v>
                </c:pt>
                <c:pt idx="3">
                  <c:v>0.89993083</c:v>
                </c:pt>
                <c:pt idx="4">
                  <c:v>0.71618625</c:v>
                </c:pt>
                <c:pt idx="5">
                  <c:v>0.91721543</c:v>
                </c:pt>
                <c:pt idx="6">
                  <c:v>0.80571137</c:v>
                </c:pt>
                <c:pt idx="7">
                  <c:v>0.55975847</c:v>
                </c:pt>
                <c:pt idx="8">
                  <c:v>0.61356594</c:v>
                </c:pt>
                <c:pt idx="9">
                  <c:v>0.55741627</c:v>
                </c:pt>
                <c:pt idx="10">
                  <c:v>0.61369863</c:v>
                </c:pt>
                <c:pt idx="11">
                  <c:v>1.49336166</c:v>
                </c:pt>
                <c:pt idx="12">
                  <c:v>1.55366746</c:v>
                </c:pt>
                <c:pt idx="13">
                  <c:v>1.47699301</c:v>
                </c:pt>
                <c:pt idx="14">
                  <c:v>1.54673868</c:v>
                </c:pt>
                <c:pt idx="15">
                  <c:v>1.11004209</c:v>
                </c:pt>
                <c:pt idx="16">
                  <c:v>1.39177489</c:v>
                </c:pt>
                <c:pt idx="17">
                  <c:v>0.82309855</c:v>
                </c:pt>
                <c:pt idx="18">
                  <c:v>0.80093023</c:v>
                </c:pt>
                <c:pt idx="19">
                  <c:v>0.80058858</c:v>
                </c:pt>
                <c:pt idx="20">
                  <c:v>0.88383144</c:v>
                </c:pt>
                <c:pt idx="21">
                  <c:v>0.89711713</c:v>
                </c:pt>
                <c:pt idx="22">
                  <c:v>0.91529954</c:v>
                </c:pt>
                <c:pt idx="23">
                  <c:v>0.91054889</c:v>
                </c:pt>
                <c:pt idx="24">
                  <c:v>0.98814887</c:v>
                </c:pt>
                <c:pt idx="25">
                  <c:v>0.75553587</c:v>
                </c:pt>
                <c:pt idx="26">
                  <c:v>0.53558108</c:v>
                </c:pt>
                <c:pt idx="27">
                  <c:v>0.55301227</c:v>
                </c:pt>
                <c:pt idx="28">
                  <c:v>0.53178997</c:v>
                </c:pt>
                <c:pt idx="29">
                  <c:v>0.57737508</c:v>
                </c:pt>
                <c:pt idx="30">
                  <c:v>0.90522321</c:v>
                </c:pt>
                <c:pt idx="31">
                  <c:v>0.96667002</c:v>
                </c:pt>
                <c:pt idx="32">
                  <c:v>0.91573442</c:v>
                </c:pt>
                <c:pt idx="33">
                  <c:v>0.96633079</c:v>
                </c:pt>
                <c:pt idx="34">
                  <c:v>0.78293919</c:v>
                </c:pt>
                <c:pt idx="35">
                  <c:v>0.58182654</c:v>
                </c:pt>
                <c:pt idx="36">
                  <c:v>0.55138394</c:v>
                </c:pt>
                <c:pt idx="37">
                  <c:v>0.54600718</c:v>
                </c:pt>
                <c:pt idx="38">
                  <c:v>0.59370502</c:v>
                </c:pt>
                <c:pt idx="39">
                  <c:v>1.12319149</c:v>
                </c:pt>
                <c:pt idx="40">
                  <c:v>1.20026912</c:v>
                </c:pt>
                <c:pt idx="41">
                  <c:v>1.13722702</c:v>
                </c:pt>
                <c:pt idx="42">
                  <c:v>1.23452742</c:v>
                </c:pt>
                <c:pt idx="43">
                  <c:v>0.72121354</c:v>
                </c:pt>
                <c:pt idx="44">
                  <c:v>0.77865207</c:v>
                </c:pt>
                <c:pt idx="45">
                  <c:v>0.72574149</c:v>
                </c:pt>
                <c:pt idx="46">
                  <c:v>0.80940233</c:v>
                </c:pt>
                <c:pt idx="47">
                  <c:v>1.41464544</c:v>
                </c:pt>
                <c:pt idx="48">
                  <c:v>1.38999734</c:v>
                </c:pt>
                <c:pt idx="49">
                  <c:v>1.51282971</c:v>
                </c:pt>
                <c:pt idx="50">
                  <c:v>1.44754962</c:v>
                </c:pt>
                <c:pt idx="51">
                  <c:v>0.68373036</c:v>
                </c:pt>
                <c:pt idx="52">
                  <c:v>0.82620466</c:v>
                </c:pt>
                <c:pt idx="53">
                  <c:v>0.63080601</c:v>
                </c:pt>
                <c:pt idx="54">
                  <c:v>0.72049487</c:v>
                </c:pt>
                <c:pt idx="55">
                  <c:v>1.2150838</c:v>
                </c:pt>
                <c:pt idx="56">
                  <c:v>0.99698772</c:v>
                </c:pt>
                <c:pt idx="57">
                  <c:v>1.06067733</c:v>
                </c:pt>
                <c:pt idx="58">
                  <c:v>0.98881044</c:v>
                </c:pt>
                <c:pt idx="59">
                  <c:v>1.10039663</c:v>
                </c:pt>
                <c:pt idx="60">
                  <c:v>0.7974988</c:v>
                </c:pt>
                <c:pt idx="61">
                  <c:v>0.62510557</c:v>
                </c:pt>
                <c:pt idx="62">
                  <c:v>0.64802343</c:v>
                </c:pt>
                <c:pt idx="63">
                  <c:v>0.60291371</c:v>
                </c:pt>
                <c:pt idx="64">
                  <c:v>0.61831481</c:v>
                </c:pt>
                <c:pt idx="65">
                  <c:v>0.79360846</c:v>
                </c:pt>
                <c:pt idx="66">
                  <c:v>0.85484274</c:v>
                </c:pt>
                <c:pt idx="67">
                  <c:v>0.72478098</c:v>
                </c:pt>
                <c:pt idx="68">
                  <c:v>0.85340494</c:v>
                </c:pt>
                <c:pt idx="69">
                  <c:v>0.88742964</c:v>
                </c:pt>
                <c:pt idx="70">
                  <c:v>0.5384216</c:v>
                </c:pt>
                <c:pt idx="71">
                  <c:v>0.4970081</c:v>
                </c:pt>
                <c:pt idx="72">
                  <c:v>0.54308928</c:v>
                </c:pt>
                <c:pt idx="73">
                  <c:v>0.57200289</c:v>
                </c:pt>
                <c:pt idx="74">
                  <c:v>1.47168601</c:v>
                </c:pt>
                <c:pt idx="75">
                  <c:v>1.5376733</c:v>
                </c:pt>
                <c:pt idx="76">
                  <c:v>1.47183099</c:v>
                </c:pt>
                <c:pt idx="77">
                  <c:v>1.58946213</c:v>
                </c:pt>
                <c:pt idx="78">
                  <c:v>0.79811896</c:v>
                </c:pt>
                <c:pt idx="79">
                  <c:v>0.78047619</c:v>
                </c:pt>
                <c:pt idx="80">
                  <c:v>0.75093711</c:v>
                </c:pt>
                <c:pt idx="81">
                  <c:v>0.83627204</c:v>
                </c:pt>
                <c:pt idx="82">
                  <c:v>0.86634988</c:v>
                </c:pt>
                <c:pt idx="83">
                  <c:v>0.92436441</c:v>
                </c:pt>
                <c:pt idx="84">
                  <c:v>0.82442748</c:v>
                </c:pt>
                <c:pt idx="85">
                  <c:v>0.86984479</c:v>
                </c:pt>
                <c:pt idx="86">
                  <c:v>0.78026071</c:v>
                </c:pt>
                <c:pt idx="87">
                  <c:v>0.53371069</c:v>
                </c:pt>
                <c:pt idx="88">
                  <c:v>0.54547619</c:v>
                </c:pt>
                <c:pt idx="89">
                  <c:v>0.51905499</c:v>
                </c:pt>
                <c:pt idx="90">
                  <c:v>0.57296674</c:v>
                </c:pt>
                <c:pt idx="91">
                  <c:v>0.83587339</c:v>
                </c:pt>
                <c:pt idx="92">
                  <c:v>0.86399807</c:v>
                </c:pt>
                <c:pt idx="93">
                  <c:v>0.91354749</c:v>
                </c:pt>
                <c:pt idx="94">
                  <c:v>0.95627131</c:v>
                </c:pt>
                <c:pt idx="95">
                  <c:v>0.56709119</c:v>
                </c:pt>
                <c:pt idx="96">
                  <c:v>0.56822361</c:v>
                </c:pt>
                <c:pt idx="97">
                  <c:v>0.61042735</c:v>
                </c:pt>
                <c:pt idx="98">
                  <c:v>0.60725859</c:v>
                </c:pt>
                <c:pt idx="99">
                  <c:v>0.93492899</c:v>
                </c:pt>
                <c:pt idx="100">
                  <c:v>0.91408872</c:v>
                </c:pt>
                <c:pt idx="101">
                  <c:v>0.86157656</c:v>
                </c:pt>
                <c:pt idx="102">
                  <c:v>0.95489063</c:v>
                </c:pt>
                <c:pt idx="103">
                  <c:v>0.71926765</c:v>
                </c:pt>
                <c:pt idx="104">
                  <c:v>0.58826589</c:v>
                </c:pt>
                <c:pt idx="105">
                  <c:v>0.56803456</c:v>
                </c:pt>
                <c:pt idx="106">
                  <c:v>0.54799542</c:v>
                </c:pt>
                <c:pt idx="107">
                  <c:v>0.56872779</c:v>
                </c:pt>
                <c:pt idx="108">
                  <c:v>1.40015142</c:v>
                </c:pt>
                <c:pt idx="109">
                  <c:v>1.4596005</c:v>
                </c:pt>
                <c:pt idx="110">
                  <c:v>1.34585973</c:v>
                </c:pt>
                <c:pt idx="111">
                  <c:v>1.53558695</c:v>
                </c:pt>
                <c:pt idx="112">
                  <c:v>0.69617438</c:v>
                </c:pt>
                <c:pt idx="113">
                  <c:v>0.8422506</c:v>
                </c:pt>
                <c:pt idx="114">
                  <c:v>0.69927536</c:v>
                </c:pt>
                <c:pt idx="115">
                  <c:v>0.77087063</c:v>
                </c:pt>
                <c:pt idx="116">
                  <c:v>0.94291549</c:v>
                </c:pt>
                <c:pt idx="117">
                  <c:v>0.91989893</c:v>
                </c:pt>
                <c:pt idx="118">
                  <c:v>0.95943255</c:v>
                </c:pt>
                <c:pt idx="119">
                  <c:v>1.08390501</c:v>
                </c:pt>
                <c:pt idx="120">
                  <c:v>0.53671988</c:v>
                </c:pt>
                <c:pt idx="121">
                  <c:v>0.5375436</c:v>
                </c:pt>
                <c:pt idx="122">
                  <c:v>0.52926968</c:v>
                </c:pt>
                <c:pt idx="123">
                  <c:v>0.57185299</c:v>
                </c:pt>
                <c:pt idx="124">
                  <c:v>0.91322825</c:v>
                </c:pt>
                <c:pt idx="125">
                  <c:v>0.99232073</c:v>
                </c:pt>
                <c:pt idx="126">
                  <c:v>0.89351487</c:v>
                </c:pt>
                <c:pt idx="127">
                  <c:v>0.97810346</c:v>
                </c:pt>
                <c:pt idx="128">
                  <c:v>0.73616601</c:v>
                </c:pt>
                <c:pt idx="129">
                  <c:v>0.58351534</c:v>
                </c:pt>
                <c:pt idx="130">
                  <c:v>0.64075887</c:v>
                </c:pt>
                <c:pt idx="131">
                  <c:v>0.55123528</c:v>
                </c:pt>
                <c:pt idx="132">
                  <c:v>0.60135999</c:v>
                </c:pt>
                <c:pt idx="133">
                  <c:v>0.90795751</c:v>
                </c:pt>
                <c:pt idx="134">
                  <c:v>0.92966324</c:v>
                </c:pt>
                <c:pt idx="135">
                  <c:v>0.89442952</c:v>
                </c:pt>
                <c:pt idx="136">
                  <c:v>0.93595717</c:v>
                </c:pt>
                <c:pt idx="137">
                  <c:v>0.56700694</c:v>
                </c:pt>
                <c:pt idx="138">
                  <c:v>0.64585519</c:v>
                </c:pt>
                <c:pt idx="139">
                  <c:v>0.53960253</c:v>
                </c:pt>
                <c:pt idx="140">
                  <c:v>0.59886783</c:v>
                </c:pt>
                <c:pt idx="141">
                  <c:v>1.50799695</c:v>
                </c:pt>
                <c:pt idx="142">
                  <c:v>1.53556797</c:v>
                </c:pt>
                <c:pt idx="143">
                  <c:v>1.49572901</c:v>
                </c:pt>
                <c:pt idx="144">
                  <c:v>0.80511308</c:v>
                </c:pt>
                <c:pt idx="145">
                  <c:v>0.75829646</c:v>
                </c:pt>
                <c:pt idx="146">
                  <c:v>0.88888889</c:v>
                </c:pt>
                <c:pt idx="147">
                  <c:v>0.85898143</c:v>
                </c:pt>
                <c:pt idx="148">
                  <c:v>0.91408049</c:v>
                </c:pt>
                <c:pt idx="149">
                  <c:v>0.96322757</c:v>
                </c:pt>
                <c:pt idx="150">
                  <c:v>0.88497854</c:v>
                </c:pt>
                <c:pt idx="151">
                  <c:v>0.99366342</c:v>
                </c:pt>
                <c:pt idx="152">
                  <c:v>0.5398961</c:v>
                </c:pt>
                <c:pt idx="153">
                  <c:v>0.54805195</c:v>
                </c:pt>
                <c:pt idx="154">
                  <c:v>0.52113022</c:v>
                </c:pt>
                <c:pt idx="155">
                  <c:v>0.55765673</c:v>
                </c:pt>
                <c:pt idx="156">
                  <c:v>0.99306966</c:v>
                </c:pt>
                <c:pt idx="157">
                  <c:v>1.05073222</c:v>
                </c:pt>
                <c:pt idx="158">
                  <c:v>0.95465706</c:v>
                </c:pt>
                <c:pt idx="159">
                  <c:v>1.07941031</c:v>
                </c:pt>
                <c:pt idx="160">
                  <c:v>0.58198811</c:v>
                </c:pt>
                <c:pt idx="161">
                  <c:v>0.53560976</c:v>
                </c:pt>
                <c:pt idx="162">
                  <c:v>0.61900685</c:v>
                </c:pt>
                <c:pt idx="163">
                  <c:v>0.65438467</c:v>
                </c:pt>
                <c:pt idx="164">
                  <c:v>0.89600713</c:v>
                </c:pt>
                <c:pt idx="165">
                  <c:v>0.97063787</c:v>
                </c:pt>
                <c:pt idx="166">
                  <c:v>0.95016911</c:v>
                </c:pt>
                <c:pt idx="167">
                  <c:v>0.95140187</c:v>
                </c:pt>
                <c:pt idx="168">
                  <c:v>0.60324522</c:v>
                </c:pt>
                <c:pt idx="169">
                  <c:v>0.6352336</c:v>
                </c:pt>
                <c:pt idx="170">
                  <c:v>0.57167781</c:v>
                </c:pt>
                <c:pt idx="171">
                  <c:v>0.59826524</c:v>
                </c:pt>
                <c:pt idx="172">
                  <c:v>1.23307672</c:v>
                </c:pt>
                <c:pt idx="173">
                  <c:v>1.31466113</c:v>
                </c:pt>
                <c:pt idx="174">
                  <c:v>1.23246606</c:v>
                </c:pt>
                <c:pt idx="175">
                  <c:v>1.28730823</c:v>
                </c:pt>
                <c:pt idx="176">
                  <c:v>0.57631786</c:v>
                </c:pt>
                <c:pt idx="177">
                  <c:v>0.52495379</c:v>
                </c:pt>
                <c:pt idx="178">
                  <c:v>0.7454955</c:v>
                </c:pt>
                <c:pt idx="179">
                  <c:v>0.97311522</c:v>
                </c:pt>
                <c:pt idx="180">
                  <c:v>0.89237113</c:v>
                </c:pt>
                <c:pt idx="181">
                  <c:v>0.93650342</c:v>
                </c:pt>
                <c:pt idx="182">
                  <c:v>1.05606497</c:v>
                </c:pt>
                <c:pt idx="183">
                  <c:v>0.61197154</c:v>
                </c:pt>
                <c:pt idx="184">
                  <c:v>0.55596427</c:v>
                </c:pt>
                <c:pt idx="185">
                  <c:v>0.54888352</c:v>
                </c:pt>
                <c:pt idx="186">
                  <c:v>0.55059615</c:v>
                </c:pt>
                <c:pt idx="187">
                  <c:v>0.63640239</c:v>
                </c:pt>
                <c:pt idx="188">
                  <c:v>0.78028933</c:v>
                </c:pt>
                <c:pt idx="189">
                  <c:v>0.79458226</c:v>
                </c:pt>
                <c:pt idx="190">
                  <c:v>0.9662891</c:v>
                </c:pt>
                <c:pt idx="191">
                  <c:v>0.73757285</c:v>
                </c:pt>
                <c:pt idx="192">
                  <c:v>0.89625729</c:v>
                </c:pt>
                <c:pt idx="193">
                  <c:v>0.54057842</c:v>
                </c:pt>
                <c:pt idx="194">
                  <c:v>0.57857143</c:v>
                </c:pt>
                <c:pt idx="195">
                  <c:v>0.4801027</c:v>
                </c:pt>
                <c:pt idx="196">
                  <c:v>0.60365242</c:v>
                </c:pt>
                <c:pt idx="197">
                  <c:v>1.34023529</c:v>
                </c:pt>
                <c:pt idx="198">
                  <c:v>1.39309516</c:v>
                </c:pt>
                <c:pt idx="199">
                  <c:v>1.35036675</c:v>
                </c:pt>
                <c:pt idx="200">
                  <c:v>1.4642132</c:v>
                </c:pt>
                <c:pt idx="201">
                  <c:v>0.71304975</c:v>
                </c:pt>
                <c:pt idx="202">
                  <c:v>0.75976273</c:v>
                </c:pt>
                <c:pt idx="203">
                  <c:v>0.6851665</c:v>
                </c:pt>
                <c:pt idx="204">
                  <c:v>0.76364321</c:v>
                </c:pt>
                <c:pt idx="205">
                  <c:v>0.92195022</c:v>
                </c:pt>
                <c:pt idx="206">
                  <c:v>0.88748721</c:v>
                </c:pt>
                <c:pt idx="207">
                  <c:v>0.95855045</c:v>
                </c:pt>
                <c:pt idx="208">
                  <c:v>0.97087835</c:v>
                </c:pt>
                <c:pt idx="209">
                  <c:v>0.53068199</c:v>
                </c:pt>
                <c:pt idx="210">
                  <c:v>0.52368758</c:v>
                </c:pt>
                <c:pt idx="211">
                  <c:v>0.50042529</c:v>
                </c:pt>
                <c:pt idx="212">
                  <c:v>0.54710316</c:v>
                </c:pt>
                <c:pt idx="213">
                  <c:v>0.96670768</c:v>
                </c:pt>
                <c:pt idx="214">
                  <c:v>1.06080449</c:v>
                </c:pt>
                <c:pt idx="215">
                  <c:v>0.92489474</c:v>
                </c:pt>
                <c:pt idx="216">
                  <c:v>1.0492136</c:v>
                </c:pt>
                <c:pt idx="217">
                  <c:v>0.5575805</c:v>
                </c:pt>
                <c:pt idx="218">
                  <c:v>0.5528288</c:v>
                </c:pt>
                <c:pt idx="219">
                  <c:v>0.51758312</c:v>
                </c:pt>
                <c:pt idx="220">
                  <c:v>0.61096328</c:v>
                </c:pt>
                <c:pt idx="221">
                  <c:v>0.86278605</c:v>
                </c:pt>
                <c:pt idx="222">
                  <c:v>0.88190088</c:v>
                </c:pt>
                <c:pt idx="223">
                  <c:v>0.79966529</c:v>
                </c:pt>
                <c:pt idx="224">
                  <c:v>0.87218704</c:v>
                </c:pt>
                <c:pt idx="225">
                  <c:v>0.96172638</c:v>
                </c:pt>
                <c:pt idx="226">
                  <c:v>0.54283566</c:v>
                </c:pt>
                <c:pt idx="227">
                  <c:v>0.56878184</c:v>
                </c:pt>
                <c:pt idx="228">
                  <c:v>0.55497553</c:v>
                </c:pt>
                <c:pt idx="229">
                  <c:v>0.61870845</c:v>
                </c:pt>
                <c:pt idx="230">
                  <c:v>1.51852354</c:v>
                </c:pt>
                <c:pt idx="231">
                  <c:v>1.4619507</c:v>
                </c:pt>
                <c:pt idx="232">
                  <c:v>1.29503379</c:v>
                </c:pt>
                <c:pt idx="233">
                  <c:v>1.56961131</c:v>
                </c:pt>
                <c:pt idx="234">
                  <c:v>0.84875905</c:v>
                </c:pt>
                <c:pt idx="235">
                  <c:v>0.84386818</c:v>
                </c:pt>
                <c:pt idx="236">
                  <c:v>0.85199576</c:v>
                </c:pt>
                <c:pt idx="237">
                  <c:v>0.87668966</c:v>
                </c:pt>
                <c:pt idx="238">
                  <c:v>0.96428571</c:v>
                </c:pt>
                <c:pt idx="239">
                  <c:v>0.95630351</c:v>
                </c:pt>
                <c:pt idx="240">
                  <c:v>0.93949134</c:v>
                </c:pt>
                <c:pt idx="241">
                  <c:v>0.96855552</c:v>
                </c:pt>
                <c:pt idx="242">
                  <c:v>0.88545551</c:v>
                </c:pt>
                <c:pt idx="243">
                  <c:v>0.51594392</c:v>
                </c:pt>
                <c:pt idx="244">
                  <c:v>0.52391211</c:v>
                </c:pt>
                <c:pt idx="245">
                  <c:v>0.49969623</c:v>
                </c:pt>
                <c:pt idx="246">
                  <c:v>0.5207824</c:v>
                </c:pt>
                <c:pt idx="247">
                  <c:v>0.90791909</c:v>
                </c:pt>
                <c:pt idx="248">
                  <c:v>0.85576923</c:v>
                </c:pt>
                <c:pt idx="249">
                  <c:v>0.90410433</c:v>
                </c:pt>
                <c:pt idx="250">
                  <c:v>0.91844838</c:v>
                </c:pt>
                <c:pt idx="251">
                  <c:v>0.55443038</c:v>
                </c:pt>
                <c:pt idx="252">
                  <c:v>0.54701589</c:v>
                </c:pt>
                <c:pt idx="253">
                  <c:v>0.54442201</c:v>
                </c:pt>
                <c:pt idx="254">
                  <c:v>0.60037348</c:v>
                </c:pt>
                <c:pt idx="255">
                  <c:v>1.00546496</c:v>
                </c:pt>
                <c:pt idx="256">
                  <c:v>1.06600071</c:v>
                </c:pt>
                <c:pt idx="257">
                  <c:v>0.9846729</c:v>
                </c:pt>
                <c:pt idx="258">
                  <c:v>1.12306273</c:v>
                </c:pt>
                <c:pt idx="259">
                  <c:v>0.66055352</c:v>
                </c:pt>
                <c:pt idx="260">
                  <c:v>0.65084295</c:v>
                </c:pt>
                <c:pt idx="261">
                  <c:v>0.71357341</c:v>
                </c:pt>
                <c:pt idx="262">
                  <c:v>0.75121359</c:v>
                </c:pt>
                <c:pt idx="263">
                  <c:v>1.47098626</c:v>
                </c:pt>
                <c:pt idx="264">
                  <c:v>1.29070534</c:v>
                </c:pt>
                <c:pt idx="265">
                  <c:v>1.28826417</c:v>
                </c:pt>
                <c:pt idx="266">
                  <c:v>1.24788732</c:v>
                </c:pt>
                <c:pt idx="267">
                  <c:v>0.70283207</c:v>
                </c:pt>
                <c:pt idx="268">
                  <c:v>0.61687571</c:v>
                </c:pt>
                <c:pt idx="269">
                  <c:v>0.70856102</c:v>
                </c:pt>
                <c:pt idx="270">
                  <c:v>0.92892536</c:v>
                </c:pt>
                <c:pt idx="271">
                  <c:v>1.08670775</c:v>
                </c:pt>
                <c:pt idx="272">
                  <c:v>1.04490754</c:v>
                </c:pt>
                <c:pt idx="273">
                  <c:v>1.0210399</c:v>
                </c:pt>
                <c:pt idx="274">
                  <c:v>0.59699074</c:v>
                </c:pt>
                <c:pt idx="275">
                  <c:v>0.48810811</c:v>
                </c:pt>
                <c:pt idx="276">
                  <c:v>0.54320988</c:v>
                </c:pt>
                <c:pt idx="277">
                  <c:v>0.58684654</c:v>
                </c:pt>
                <c:pt idx="278">
                  <c:v>0.75196151</c:v>
                </c:pt>
                <c:pt idx="279">
                  <c:v>0.80233406</c:v>
                </c:pt>
                <c:pt idx="280">
                  <c:v>0.76408702</c:v>
                </c:pt>
                <c:pt idx="281">
                  <c:v>0.78498628</c:v>
                </c:pt>
                <c:pt idx="282">
                  <c:v>0.56727498</c:v>
                </c:pt>
                <c:pt idx="283">
                  <c:v>0.52038249</c:v>
                </c:pt>
                <c:pt idx="284">
                  <c:v>0.50614719</c:v>
                </c:pt>
                <c:pt idx="285">
                  <c:v>0.57630058</c:v>
                </c:pt>
                <c:pt idx="286">
                  <c:v>1.48492743</c:v>
                </c:pt>
                <c:pt idx="287">
                  <c:v>1.50278638</c:v>
                </c:pt>
                <c:pt idx="288">
                  <c:v>1.41849462</c:v>
                </c:pt>
                <c:pt idx="289">
                  <c:v>1.44203414</c:v>
                </c:pt>
                <c:pt idx="290">
                  <c:v>0.72727273</c:v>
                </c:pt>
                <c:pt idx="291">
                  <c:v>0.84719536</c:v>
                </c:pt>
                <c:pt idx="292">
                  <c:v>0.76613757</c:v>
                </c:pt>
                <c:pt idx="293">
                  <c:v>0.86497292</c:v>
                </c:pt>
                <c:pt idx="294">
                  <c:v>0.72200772</c:v>
                </c:pt>
                <c:pt idx="295">
                  <c:v>0.84305924</c:v>
                </c:pt>
                <c:pt idx="296">
                  <c:v>0.86571255</c:v>
                </c:pt>
                <c:pt idx="297">
                  <c:v>0.45955422</c:v>
                </c:pt>
                <c:pt idx="298">
                  <c:v>0.44767899</c:v>
                </c:pt>
                <c:pt idx="299">
                  <c:v>0.47969466</c:v>
                </c:pt>
                <c:pt idx="300">
                  <c:v>0.49491525</c:v>
                </c:pt>
                <c:pt idx="301">
                  <c:v>0.76866677</c:v>
                </c:pt>
                <c:pt idx="302">
                  <c:v>0.88828502</c:v>
                </c:pt>
                <c:pt idx="303">
                  <c:v>0.8155106</c:v>
                </c:pt>
                <c:pt idx="304">
                  <c:v>0.82650919</c:v>
                </c:pt>
                <c:pt idx="305">
                  <c:v>0.52246435</c:v>
                </c:pt>
                <c:pt idx="306">
                  <c:v>0.6622807</c:v>
                </c:pt>
                <c:pt idx="307">
                  <c:v>0.48633298</c:v>
                </c:pt>
                <c:pt idx="308">
                  <c:v>0.51275617</c:v>
                </c:pt>
                <c:pt idx="309">
                  <c:v>0.80515464</c:v>
                </c:pt>
                <c:pt idx="310">
                  <c:v>0.89189837</c:v>
                </c:pt>
                <c:pt idx="311">
                  <c:v>0.84788302</c:v>
                </c:pt>
                <c:pt idx="312">
                  <c:v>0.84666865</c:v>
                </c:pt>
                <c:pt idx="313">
                  <c:v>0.55523673</c:v>
                </c:pt>
                <c:pt idx="314">
                  <c:v>0.57061341</c:v>
                </c:pt>
                <c:pt idx="315">
                  <c:v>0.47636058</c:v>
                </c:pt>
                <c:pt idx="316">
                  <c:v>0.62195122</c:v>
                </c:pt>
                <c:pt idx="317">
                  <c:v>1.34167451</c:v>
                </c:pt>
                <c:pt idx="318">
                  <c:v>1.59931896</c:v>
                </c:pt>
                <c:pt idx="319">
                  <c:v>1.43940741</c:v>
                </c:pt>
                <c:pt idx="320">
                  <c:v>1.5088736</c:v>
                </c:pt>
                <c:pt idx="321">
                  <c:v>0.72144688</c:v>
                </c:pt>
                <c:pt idx="322">
                  <c:v>0.72390572</c:v>
                </c:pt>
                <c:pt idx="323">
                  <c:v>0.63935045</c:v>
                </c:pt>
                <c:pt idx="324">
                  <c:v>0.80245232</c:v>
                </c:pt>
                <c:pt idx="325">
                  <c:v>0.90677043</c:v>
                </c:pt>
                <c:pt idx="326">
                  <c:v>0.9646882</c:v>
                </c:pt>
                <c:pt idx="327">
                  <c:v>0.80428316</c:v>
                </c:pt>
                <c:pt idx="328">
                  <c:v>0.91433807</c:v>
                </c:pt>
                <c:pt idx="329">
                  <c:v>0.55369928</c:v>
                </c:pt>
                <c:pt idx="330">
                  <c:v>0.47652081</c:v>
                </c:pt>
                <c:pt idx="331">
                  <c:v>0.486093</c:v>
                </c:pt>
                <c:pt idx="332">
                  <c:v>0.56758156</c:v>
                </c:pt>
                <c:pt idx="333">
                  <c:v>0.88069196</c:v>
                </c:pt>
                <c:pt idx="334">
                  <c:v>0.84429372</c:v>
                </c:pt>
                <c:pt idx="335">
                  <c:v>0.87416667</c:v>
                </c:pt>
                <c:pt idx="336">
                  <c:v>0.92615485</c:v>
                </c:pt>
                <c:pt idx="337">
                  <c:v>0.58340728</c:v>
                </c:pt>
                <c:pt idx="338">
                  <c:v>0.50426716</c:v>
                </c:pt>
                <c:pt idx="339">
                  <c:v>0.5333764</c:v>
                </c:pt>
                <c:pt idx="340">
                  <c:v>0.53308411</c:v>
                </c:pt>
                <c:pt idx="341">
                  <c:v>0.88077665</c:v>
                </c:pt>
                <c:pt idx="342">
                  <c:v>0.87655889</c:v>
                </c:pt>
                <c:pt idx="343">
                  <c:v>0.87257149</c:v>
                </c:pt>
                <c:pt idx="344">
                  <c:v>0.93230217</c:v>
                </c:pt>
                <c:pt idx="345">
                  <c:v>0.75243665</c:v>
                </c:pt>
                <c:pt idx="346">
                  <c:v>0.56432091</c:v>
                </c:pt>
                <c:pt idx="347">
                  <c:v>0.63368204</c:v>
                </c:pt>
                <c:pt idx="348">
                  <c:v>0.54932302</c:v>
                </c:pt>
                <c:pt idx="349">
                  <c:v>0.62876675</c:v>
                </c:pt>
                <c:pt idx="350">
                  <c:v>1.49012981</c:v>
                </c:pt>
                <c:pt idx="351">
                  <c:v>1.49347205</c:v>
                </c:pt>
                <c:pt idx="352">
                  <c:v>1.55444814</c:v>
                </c:pt>
                <c:pt idx="353">
                  <c:v>0.78229875</c:v>
                </c:pt>
                <c:pt idx="354">
                  <c:v>0.86523675</c:v>
                </c:pt>
                <c:pt idx="355">
                  <c:v>0.81339928</c:v>
                </c:pt>
                <c:pt idx="356">
                  <c:v>0.89826119</c:v>
                </c:pt>
                <c:pt idx="357">
                  <c:v>0.87620211</c:v>
                </c:pt>
                <c:pt idx="358">
                  <c:v>0.8520318</c:v>
                </c:pt>
                <c:pt idx="359">
                  <c:v>0.8562753</c:v>
                </c:pt>
                <c:pt idx="360">
                  <c:v>1.02758902</c:v>
                </c:pt>
                <c:pt idx="361">
                  <c:v>0.51920107</c:v>
                </c:pt>
                <c:pt idx="362">
                  <c:v>0.56491345</c:v>
                </c:pt>
                <c:pt idx="363">
                  <c:v>0.51551189</c:v>
                </c:pt>
                <c:pt idx="364">
                  <c:v>0.53397098</c:v>
                </c:pt>
                <c:pt idx="365">
                  <c:v>0.9481765</c:v>
                </c:pt>
                <c:pt idx="366">
                  <c:v>1.00938727</c:v>
                </c:pt>
                <c:pt idx="367">
                  <c:v>0.94716126</c:v>
                </c:pt>
                <c:pt idx="368">
                  <c:v>0.99642218</c:v>
                </c:pt>
                <c:pt idx="369">
                  <c:v>0.60908941</c:v>
                </c:pt>
                <c:pt idx="370">
                  <c:v>0.57132781</c:v>
                </c:pt>
                <c:pt idx="371">
                  <c:v>0.58160803</c:v>
                </c:pt>
                <c:pt idx="372">
                  <c:v>0.60777839</c:v>
                </c:pt>
                <c:pt idx="373">
                  <c:v>0.99771571</c:v>
                </c:pt>
                <c:pt idx="374">
                  <c:v>1.10330497</c:v>
                </c:pt>
                <c:pt idx="375">
                  <c:v>1.09239298</c:v>
                </c:pt>
                <c:pt idx="376">
                  <c:v>1.12307495</c:v>
                </c:pt>
                <c:pt idx="377">
                  <c:v>0.64046851</c:v>
                </c:pt>
                <c:pt idx="378">
                  <c:v>0.61874229</c:v>
                </c:pt>
                <c:pt idx="379">
                  <c:v>0.63318348</c:v>
                </c:pt>
                <c:pt idx="380">
                  <c:v>0.65959026</c:v>
                </c:pt>
                <c:pt idx="381">
                  <c:v>1.27246745</c:v>
                </c:pt>
                <c:pt idx="382">
                  <c:v>1.31431686</c:v>
                </c:pt>
                <c:pt idx="383">
                  <c:v>1.23601533</c:v>
                </c:pt>
                <c:pt idx="384">
                  <c:v>1.30978399</c:v>
                </c:pt>
                <c:pt idx="385">
                  <c:v>0.65814638</c:v>
                </c:pt>
                <c:pt idx="386">
                  <c:v>0.60629921</c:v>
                </c:pt>
                <c:pt idx="387">
                  <c:v>0.75809199</c:v>
                </c:pt>
                <c:pt idx="388">
                  <c:v>0.72913335</c:v>
                </c:pt>
                <c:pt idx="389">
                  <c:v>0.98861093</c:v>
                </c:pt>
                <c:pt idx="390">
                  <c:v>1.01707235</c:v>
                </c:pt>
                <c:pt idx="391">
                  <c:v>1.02674173</c:v>
                </c:pt>
                <c:pt idx="392">
                  <c:v>1.08682023</c:v>
                </c:pt>
                <c:pt idx="393">
                  <c:v>0.58469041</c:v>
                </c:pt>
                <c:pt idx="394">
                  <c:v>0.52440651</c:v>
                </c:pt>
                <c:pt idx="395">
                  <c:v>0.56776011</c:v>
                </c:pt>
                <c:pt idx="396">
                  <c:v>0.56187109</c:v>
                </c:pt>
                <c:pt idx="397">
                  <c:v>0.78774072</c:v>
                </c:pt>
                <c:pt idx="398">
                  <c:v>0.71592746</c:v>
                </c:pt>
                <c:pt idx="399">
                  <c:v>0.83559514</c:v>
                </c:pt>
                <c:pt idx="400">
                  <c:v>0.82215447</c:v>
                </c:pt>
                <c:pt idx="401">
                  <c:v>0.56569784</c:v>
                </c:pt>
                <c:pt idx="402">
                  <c:v>0.6109101</c:v>
                </c:pt>
                <c:pt idx="403">
                  <c:v>0.53041407</c:v>
                </c:pt>
                <c:pt idx="404">
                  <c:v>0.56177192</c:v>
                </c:pt>
                <c:pt idx="405">
                  <c:v>1.50143155</c:v>
                </c:pt>
                <c:pt idx="406">
                  <c:v>1.49085159</c:v>
                </c:pt>
                <c:pt idx="407">
                  <c:v>1.54351179</c:v>
                </c:pt>
                <c:pt idx="408">
                  <c:v>0.80744025</c:v>
                </c:pt>
                <c:pt idx="409">
                  <c:v>0.8693617</c:v>
                </c:pt>
                <c:pt idx="410">
                  <c:v>0.74951185</c:v>
                </c:pt>
                <c:pt idx="411">
                  <c:v>0.8996139</c:v>
                </c:pt>
                <c:pt idx="412">
                  <c:v>0.85639803</c:v>
                </c:pt>
                <c:pt idx="413">
                  <c:v>0.80043325</c:v>
                </c:pt>
                <c:pt idx="414">
                  <c:v>0.80438312</c:v>
                </c:pt>
                <c:pt idx="415">
                  <c:v>0.87973589</c:v>
                </c:pt>
                <c:pt idx="416">
                  <c:v>0.51626466</c:v>
                </c:pt>
                <c:pt idx="417">
                  <c:v>0.55319149</c:v>
                </c:pt>
                <c:pt idx="418">
                  <c:v>0.49533748</c:v>
                </c:pt>
                <c:pt idx="419">
                  <c:v>0.56732026</c:v>
                </c:pt>
                <c:pt idx="420">
                  <c:v>0.88201439</c:v>
                </c:pt>
                <c:pt idx="421">
                  <c:v>0.96260623</c:v>
                </c:pt>
                <c:pt idx="422">
                  <c:v>0.87598237</c:v>
                </c:pt>
                <c:pt idx="423">
                  <c:v>0.94121696</c:v>
                </c:pt>
                <c:pt idx="424">
                  <c:v>0.48924731</c:v>
                </c:pt>
                <c:pt idx="425">
                  <c:v>0.55388181</c:v>
                </c:pt>
                <c:pt idx="426">
                  <c:v>0.54768691</c:v>
                </c:pt>
                <c:pt idx="427">
                  <c:v>0.61424885</c:v>
                </c:pt>
                <c:pt idx="428">
                  <c:v>0.90261075</c:v>
                </c:pt>
                <c:pt idx="429">
                  <c:v>0.95900254</c:v>
                </c:pt>
                <c:pt idx="430">
                  <c:v>0.81481481</c:v>
                </c:pt>
                <c:pt idx="431">
                  <c:v>0.98927656</c:v>
                </c:pt>
                <c:pt idx="432">
                  <c:v>0.56503002</c:v>
                </c:pt>
                <c:pt idx="433">
                  <c:v>0.55225625</c:v>
                </c:pt>
                <c:pt idx="434">
                  <c:v>0.55392923</c:v>
                </c:pt>
                <c:pt idx="435">
                  <c:v>0.62259414</c:v>
                </c:pt>
                <c:pt idx="436">
                  <c:v>1.40059915</c:v>
                </c:pt>
                <c:pt idx="437">
                  <c:v>1.44199014</c:v>
                </c:pt>
                <c:pt idx="438">
                  <c:v>1.4745785</c:v>
                </c:pt>
                <c:pt idx="439">
                  <c:v>1.50155807</c:v>
                </c:pt>
                <c:pt idx="440">
                  <c:v>0.7538736</c:v>
                </c:pt>
                <c:pt idx="441">
                  <c:v>0.7833226</c:v>
                </c:pt>
                <c:pt idx="442">
                  <c:v>0.68827508</c:v>
                </c:pt>
                <c:pt idx="443">
                  <c:v>0.77931489</c:v>
                </c:pt>
                <c:pt idx="444">
                  <c:v>0.96458181</c:v>
                </c:pt>
                <c:pt idx="445">
                  <c:v>0.96991722</c:v>
                </c:pt>
                <c:pt idx="446">
                  <c:v>0.85347368</c:v>
                </c:pt>
                <c:pt idx="447">
                  <c:v>1.00888579</c:v>
                </c:pt>
                <c:pt idx="448">
                  <c:v>0.52702832</c:v>
                </c:pt>
                <c:pt idx="449">
                  <c:v>0.56523096</c:v>
                </c:pt>
                <c:pt idx="450">
                  <c:v>0.52463382</c:v>
                </c:pt>
                <c:pt idx="451">
                  <c:v>0.55508226</c:v>
                </c:pt>
                <c:pt idx="452">
                  <c:v>0.95752514</c:v>
                </c:pt>
                <c:pt idx="453">
                  <c:v>1.03414696</c:v>
                </c:pt>
                <c:pt idx="454">
                  <c:v>0.966891</c:v>
                </c:pt>
                <c:pt idx="455">
                  <c:v>1.01768607</c:v>
                </c:pt>
                <c:pt idx="456">
                  <c:v>0.58887448</c:v>
                </c:pt>
                <c:pt idx="457">
                  <c:v>0.59678836</c:v>
                </c:pt>
                <c:pt idx="458">
                  <c:v>0.56710839</c:v>
                </c:pt>
                <c:pt idx="459">
                  <c:v>0.61342776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Sheet1!$B$463</c:f>
              <c:strCache>
                <c:ptCount val="1"/>
                <c:pt idx="0">
                  <c:v>TGCCAGC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8"/>
            <c:spPr>
              <a:solidFill>
                <a:srgbClr val="BE2D5F"/>
              </a:solidFill>
              <a:ln>
                <a:solidFill>
                  <a:srgbClr val="BE2D5F"/>
                </a:solidFill>
              </a:ln>
            </c:spPr>
          </c:marker>
          <c:xVal>
            <c:numRef>
              <c:f>Sheet1!$A$464:$A$464</c:f>
              <c:numCache>
                <c:formatCode>General</c:formatCode>
                <c:ptCount val="1"/>
                <c:pt idx="0">
                  <c:v>1.69692638</c:v>
                </c:pt>
              </c:numCache>
            </c:numRef>
          </c:xVal>
          <c:yVal>
            <c:numRef>
              <c:f>Sheet1!$B$464:$B$464</c:f>
              <c:numCache>
                <c:formatCode>General</c:formatCode>
                <c:ptCount val="1"/>
                <c:pt idx="0">
                  <c:v>1.60619634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Sheet1!$B$466</c:f>
              <c:strCache>
                <c:ptCount val="1"/>
                <c:pt idx="0">
                  <c:v>CACCAGT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8"/>
            <c:spPr>
              <a:solidFill>
                <a:srgbClr val="23915F"/>
              </a:solidFill>
              <a:ln>
                <a:solidFill>
                  <a:srgbClr val="23915F"/>
                </a:solidFill>
              </a:ln>
            </c:spPr>
          </c:marker>
          <c:xVal>
            <c:numRef>
              <c:f>Sheet1!$A$467:$A$467</c:f>
              <c:numCache>
                <c:formatCode>General</c:formatCode>
                <c:ptCount val="1"/>
                <c:pt idx="0">
                  <c:v>1.67086589</c:v>
                </c:pt>
              </c:numCache>
            </c:numRef>
          </c:xVal>
          <c:yVal>
            <c:numRef>
              <c:f>Sheet1!$B$467:$B$467</c:f>
              <c:numCache>
                <c:formatCode>General</c:formatCode>
                <c:ptCount val="1"/>
                <c:pt idx="0">
                  <c:v>1.6104397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Sheet1!$B$469</c:f>
              <c:strCache>
                <c:ptCount val="1"/>
                <c:pt idx="0">
                  <c:v>TACCAGC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8"/>
            <c:spPr>
              <a:solidFill>
                <a:srgbClr val="8746B9"/>
              </a:solidFill>
              <a:ln>
                <a:solidFill>
                  <a:srgbClr val="8746B9"/>
                </a:solidFill>
              </a:ln>
            </c:spPr>
          </c:marker>
          <c:xVal>
            <c:numRef>
              <c:f>Sheet1!$A$470:$A$470</c:f>
              <c:numCache>
                <c:formatCode>General</c:formatCode>
                <c:ptCount val="1"/>
                <c:pt idx="0">
                  <c:v>1.57409264</c:v>
                </c:pt>
              </c:numCache>
            </c:numRef>
          </c:xVal>
          <c:yVal>
            <c:numRef>
              <c:f>Sheet1!$B$470:$B$470</c:f>
              <c:numCache>
                <c:formatCode>General</c:formatCode>
                <c:ptCount val="1"/>
                <c:pt idx="0">
                  <c:v>1.70069975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750">
                    <a:latin typeface="Arial"/>
                  </a:rPr>
                  <a:t>Replicate 1 methylation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D7D7D7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50">
                    <a:latin typeface="Arial"/>
                  </a:rPr>
                  <a:t>Replicate 2 methylation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 1844 motifs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3"/>
            <c:spPr>
              <a:solidFill>
                <a:srgbClr val="879BB4"/>
              </a:solidFill>
              <a:ln>
                <a:solidFill>
                  <a:srgbClr val="879BB4"/>
                </a:solidFill>
              </a:ln>
            </c:spPr>
          </c:marker>
          <c:xVal>
            <c:numRef>
              <c:f>Sheet1!$A$2:$A$1845</c:f>
              <c:numCache>
                <c:formatCode>General</c:formatCode>
                <c:ptCount val="1844"/>
                <c:pt idx="0">
                  <c:v>0.76016126</c:v>
                </c:pt>
                <c:pt idx="1">
                  <c:v>0.78403654</c:v>
                </c:pt>
                <c:pt idx="2">
                  <c:v>0.76712195</c:v>
                </c:pt>
                <c:pt idx="3">
                  <c:v>0.82726304</c:v>
                </c:pt>
                <c:pt idx="4">
                  <c:v>1.1072544</c:v>
                </c:pt>
                <c:pt idx="5">
                  <c:v>1.14777554</c:v>
                </c:pt>
                <c:pt idx="6">
                  <c:v>0.96993671</c:v>
                </c:pt>
                <c:pt idx="7">
                  <c:v>1.17224091</c:v>
                </c:pt>
                <c:pt idx="8">
                  <c:v>0.77192485</c:v>
                </c:pt>
                <c:pt idx="9">
                  <c:v>0.77103947</c:v>
                </c:pt>
                <c:pt idx="10">
                  <c:v>0.78636019</c:v>
                </c:pt>
                <c:pt idx="11">
                  <c:v>0.76881241</c:v>
                </c:pt>
                <c:pt idx="12">
                  <c:v>0.72777785</c:v>
                </c:pt>
                <c:pt idx="13">
                  <c:v>0.71014028</c:v>
                </c:pt>
                <c:pt idx="14">
                  <c:v>0.73872121</c:v>
                </c:pt>
                <c:pt idx="15">
                  <c:v>0.79430341</c:v>
                </c:pt>
                <c:pt idx="16">
                  <c:v>0.68253968</c:v>
                </c:pt>
                <c:pt idx="17">
                  <c:v>0.66919031</c:v>
                </c:pt>
                <c:pt idx="18">
                  <c:v>0.87676272</c:v>
                </c:pt>
                <c:pt idx="19">
                  <c:v>0.72801392</c:v>
                </c:pt>
                <c:pt idx="20">
                  <c:v>0.76681123</c:v>
                </c:pt>
                <c:pt idx="21">
                  <c:v>0.72412698</c:v>
                </c:pt>
                <c:pt idx="22">
                  <c:v>0.76324589</c:v>
                </c:pt>
                <c:pt idx="23">
                  <c:v>0.82913165</c:v>
                </c:pt>
                <c:pt idx="24">
                  <c:v>0.54685075</c:v>
                </c:pt>
                <c:pt idx="25">
                  <c:v>0.56861284</c:v>
                </c:pt>
                <c:pt idx="26">
                  <c:v>0.52182684</c:v>
                </c:pt>
                <c:pt idx="27">
                  <c:v>0.59338491</c:v>
                </c:pt>
                <c:pt idx="28">
                  <c:v>0.59287467</c:v>
                </c:pt>
                <c:pt idx="29">
                  <c:v>0.59065053</c:v>
                </c:pt>
                <c:pt idx="30">
                  <c:v>0.60757946</c:v>
                </c:pt>
                <c:pt idx="31">
                  <c:v>0.61824333</c:v>
                </c:pt>
                <c:pt idx="32">
                  <c:v>0.60716372</c:v>
                </c:pt>
                <c:pt idx="33">
                  <c:v>0.59312081</c:v>
                </c:pt>
                <c:pt idx="34">
                  <c:v>0.65788033</c:v>
                </c:pt>
                <c:pt idx="35">
                  <c:v>0.65042579</c:v>
                </c:pt>
                <c:pt idx="36">
                  <c:v>1.45136385</c:v>
                </c:pt>
                <c:pt idx="37">
                  <c:v>1.53737308</c:v>
                </c:pt>
                <c:pt idx="38">
                  <c:v>1.39271669</c:v>
                </c:pt>
                <c:pt idx="39">
                  <c:v>1.58723575</c:v>
                </c:pt>
                <c:pt idx="40">
                  <c:v>1.96641273</c:v>
                </c:pt>
                <c:pt idx="41">
                  <c:v>1.93404782</c:v>
                </c:pt>
                <c:pt idx="42">
                  <c:v>1.87239945</c:v>
                </c:pt>
                <c:pt idx="43">
                  <c:v>1.99836557</c:v>
                </c:pt>
                <c:pt idx="44">
                  <c:v>1.54757002</c:v>
                </c:pt>
                <c:pt idx="45">
                  <c:v>1.62503851</c:v>
                </c:pt>
                <c:pt idx="46">
                  <c:v>1.53385193</c:v>
                </c:pt>
                <c:pt idx="47">
                  <c:v>1.58864895</c:v>
                </c:pt>
                <c:pt idx="48">
                  <c:v>0.72840054</c:v>
                </c:pt>
                <c:pt idx="49">
                  <c:v>0.66750269</c:v>
                </c:pt>
                <c:pt idx="50">
                  <c:v>0.70354182</c:v>
                </c:pt>
                <c:pt idx="51">
                  <c:v>0.81251881</c:v>
                </c:pt>
                <c:pt idx="52">
                  <c:v>0.64735284</c:v>
                </c:pt>
                <c:pt idx="53">
                  <c:v>0.63088023</c:v>
                </c:pt>
                <c:pt idx="54">
                  <c:v>0.6469067</c:v>
                </c:pt>
                <c:pt idx="55">
                  <c:v>0.7212101</c:v>
                </c:pt>
                <c:pt idx="56">
                  <c:v>0.734868</c:v>
                </c:pt>
                <c:pt idx="57">
                  <c:v>0.7000614</c:v>
                </c:pt>
                <c:pt idx="58">
                  <c:v>0.76415953</c:v>
                </c:pt>
                <c:pt idx="59">
                  <c:v>0.81073582</c:v>
                </c:pt>
                <c:pt idx="60">
                  <c:v>0.7944763</c:v>
                </c:pt>
                <c:pt idx="61">
                  <c:v>0.80967906</c:v>
                </c:pt>
                <c:pt idx="62">
                  <c:v>0.89547739</c:v>
                </c:pt>
                <c:pt idx="63">
                  <c:v>0.83323309</c:v>
                </c:pt>
                <c:pt idx="64">
                  <c:v>0.76836452</c:v>
                </c:pt>
                <c:pt idx="65">
                  <c:v>0.84172119</c:v>
                </c:pt>
                <c:pt idx="66">
                  <c:v>0.85836635</c:v>
                </c:pt>
                <c:pt idx="67">
                  <c:v>0.90729935</c:v>
                </c:pt>
                <c:pt idx="68">
                  <c:v>0.9911641</c:v>
                </c:pt>
                <c:pt idx="69">
                  <c:v>0.90922417</c:v>
                </c:pt>
                <c:pt idx="70">
                  <c:v>0.80853347</c:v>
                </c:pt>
                <c:pt idx="71">
                  <c:v>0.8146059</c:v>
                </c:pt>
                <c:pt idx="72">
                  <c:v>0.76737119</c:v>
                </c:pt>
                <c:pt idx="73">
                  <c:v>0.87165354</c:v>
                </c:pt>
                <c:pt idx="74">
                  <c:v>1.13149619</c:v>
                </c:pt>
                <c:pt idx="75">
                  <c:v>1.17575509</c:v>
                </c:pt>
                <c:pt idx="76">
                  <c:v>0.94224499</c:v>
                </c:pt>
                <c:pt idx="77">
                  <c:v>1.28090615</c:v>
                </c:pt>
                <c:pt idx="78">
                  <c:v>0.86865353</c:v>
                </c:pt>
                <c:pt idx="79">
                  <c:v>0.84126447</c:v>
                </c:pt>
                <c:pt idx="80">
                  <c:v>0.87765615</c:v>
                </c:pt>
                <c:pt idx="81">
                  <c:v>0.87569947</c:v>
                </c:pt>
                <c:pt idx="82">
                  <c:v>0.6927822</c:v>
                </c:pt>
                <c:pt idx="83">
                  <c:v>0.67056869</c:v>
                </c:pt>
                <c:pt idx="84">
                  <c:v>0.68488505</c:v>
                </c:pt>
                <c:pt idx="85">
                  <c:v>0.76524669</c:v>
                </c:pt>
                <c:pt idx="86">
                  <c:v>0.63704631</c:v>
                </c:pt>
                <c:pt idx="87">
                  <c:v>0.65611925</c:v>
                </c:pt>
                <c:pt idx="88">
                  <c:v>0.62404684</c:v>
                </c:pt>
                <c:pt idx="89">
                  <c:v>0.70507757</c:v>
                </c:pt>
                <c:pt idx="90">
                  <c:v>0.69381824</c:v>
                </c:pt>
                <c:pt idx="91">
                  <c:v>0.76926648</c:v>
                </c:pt>
                <c:pt idx="92">
                  <c:v>0.72423056</c:v>
                </c:pt>
                <c:pt idx="93">
                  <c:v>0.52128814</c:v>
                </c:pt>
                <c:pt idx="94">
                  <c:v>0.53601317</c:v>
                </c:pt>
                <c:pt idx="95">
                  <c:v>0.47875104</c:v>
                </c:pt>
                <c:pt idx="96">
                  <c:v>0.56538235</c:v>
                </c:pt>
                <c:pt idx="97">
                  <c:v>0.57098055</c:v>
                </c:pt>
                <c:pt idx="98">
                  <c:v>0.50839329</c:v>
                </c:pt>
                <c:pt idx="99">
                  <c:v>0.61586964</c:v>
                </c:pt>
                <c:pt idx="100">
                  <c:v>0.59274862</c:v>
                </c:pt>
                <c:pt idx="101">
                  <c:v>0.53067254</c:v>
                </c:pt>
                <c:pt idx="102">
                  <c:v>0.58084336</c:v>
                </c:pt>
                <c:pt idx="103">
                  <c:v>0.61790571</c:v>
                </c:pt>
                <c:pt idx="104">
                  <c:v>0.87888961</c:v>
                </c:pt>
                <c:pt idx="105">
                  <c:v>0.89722222</c:v>
                </c:pt>
                <c:pt idx="106">
                  <c:v>0.83999189</c:v>
                </c:pt>
                <c:pt idx="107">
                  <c:v>0.92722574</c:v>
                </c:pt>
                <c:pt idx="108">
                  <c:v>1.1995015</c:v>
                </c:pt>
                <c:pt idx="109">
                  <c:v>1.21075092</c:v>
                </c:pt>
                <c:pt idx="110">
                  <c:v>0.96007326</c:v>
                </c:pt>
                <c:pt idx="111">
                  <c:v>1.24530161</c:v>
                </c:pt>
                <c:pt idx="112">
                  <c:v>0.91161554</c:v>
                </c:pt>
                <c:pt idx="113">
                  <c:v>0.95000711</c:v>
                </c:pt>
                <c:pt idx="114">
                  <c:v>0.94919028</c:v>
                </c:pt>
                <c:pt idx="115">
                  <c:v>0.95822278</c:v>
                </c:pt>
                <c:pt idx="116">
                  <c:v>0.62350427</c:v>
                </c:pt>
                <c:pt idx="117">
                  <c:v>0.62955065</c:v>
                </c:pt>
                <c:pt idx="118">
                  <c:v>0.61053814</c:v>
                </c:pt>
                <c:pt idx="119">
                  <c:v>0.67548141</c:v>
                </c:pt>
                <c:pt idx="120">
                  <c:v>0.55028457</c:v>
                </c:pt>
                <c:pt idx="121">
                  <c:v>0.54383026</c:v>
                </c:pt>
                <c:pt idx="122">
                  <c:v>0.53578214</c:v>
                </c:pt>
                <c:pt idx="123">
                  <c:v>0.61415675</c:v>
                </c:pt>
                <c:pt idx="124">
                  <c:v>0.59652771</c:v>
                </c:pt>
                <c:pt idx="125">
                  <c:v>0.64021592</c:v>
                </c:pt>
                <c:pt idx="126">
                  <c:v>0.65943627</c:v>
                </c:pt>
                <c:pt idx="127">
                  <c:v>0.57585029</c:v>
                </c:pt>
                <c:pt idx="128">
                  <c:v>0.57570642</c:v>
                </c:pt>
                <c:pt idx="129">
                  <c:v>0.56563911</c:v>
                </c:pt>
                <c:pt idx="130">
                  <c:v>0.61259367</c:v>
                </c:pt>
                <c:pt idx="131">
                  <c:v>0.60918137</c:v>
                </c:pt>
                <c:pt idx="132">
                  <c:v>0.59662231</c:v>
                </c:pt>
                <c:pt idx="133">
                  <c:v>0.67696482</c:v>
                </c:pt>
                <c:pt idx="134">
                  <c:v>0.61842294</c:v>
                </c:pt>
                <c:pt idx="135">
                  <c:v>0.62870082</c:v>
                </c:pt>
                <c:pt idx="136">
                  <c:v>0.66637181</c:v>
                </c:pt>
                <c:pt idx="137">
                  <c:v>0.67570386</c:v>
                </c:pt>
                <c:pt idx="138">
                  <c:v>1.02514645</c:v>
                </c:pt>
                <c:pt idx="139">
                  <c:v>1.08240511</c:v>
                </c:pt>
                <c:pt idx="140">
                  <c:v>0.99664531</c:v>
                </c:pt>
                <c:pt idx="141">
                  <c:v>1.11648636</c:v>
                </c:pt>
                <c:pt idx="142">
                  <c:v>1.55805486</c:v>
                </c:pt>
                <c:pt idx="143">
                  <c:v>1.74729424</c:v>
                </c:pt>
                <c:pt idx="144">
                  <c:v>1.36363636</c:v>
                </c:pt>
                <c:pt idx="145">
                  <c:v>1.62775928</c:v>
                </c:pt>
                <c:pt idx="146">
                  <c:v>1.01991548</c:v>
                </c:pt>
                <c:pt idx="147">
                  <c:v>1.07122485</c:v>
                </c:pt>
                <c:pt idx="148">
                  <c:v>1.04334024</c:v>
                </c:pt>
                <c:pt idx="149">
                  <c:v>1.00116629</c:v>
                </c:pt>
                <c:pt idx="150">
                  <c:v>0.94476797</c:v>
                </c:pt>
                <c:pt idx="151">
                  <c:v>0.91733808</c:v>
                </c:pt>
                <c:pt idx="152">
                  <c:v>0.93725676</c:v>
                </c:pt>
                <c:pt idx="153">
                  <c:v>1.03848516</c:v>
                </c:pt>
                <c:pt idx="154">
                  <c:v>0.91519824</c:v>
                </c:pt>
                <c:pt idx="155">
                  <c:v>0.90234512</c:v>
                </c:pt>
                <c:pt idx="156">
                  <c:v>0.88434525</c:v>
                </c:pt>
                <c:pt idx="157">
                  <c:v>0.92693295</c:v>
                </c:pt>
                <c:pt idx="158">
                  <c:v>0.939507</c:v>
                </c:pt>
                <c:pt idx="159">
                  <c:v>0.9270724</c:v>
                </c:pt>
                <c:pt idx="160">
                  <c:v>0.98224059</c:v>
                </c:pt>
                <c:pt idx="161">
                  <c:v>0.67285501</c:v>
                </c:pt>
                <c:pt idx="162">
                  <c:v>0.72251252</c:v>
                </c:pt>
                <c:pt idx="163">
                  <c:v>0.63840701</c:v>
                </c:pt>
                <c:pt idx="164">
                  <c:v>0.76327182</c:v>
                </c:pt>
                <c:pt idx="165">
                  <c:v>0.82957945</c:v>
                </c:pt>
                <c:pt idx="166">
                  <c:v>0.79929902</c:v>
                </c:pt>
                <c:pt idx="167">
                  <c:v>0.83968574</c:v>
                </c:pt>
                <c:pt idx="168">
                  <c:v>0.76089835</c:v>
                </c:pt>
                <c:pt idx="169">
                  <c:v>0.73567243</c:v>
                </c:pt>
                <c:pt idx="170">
                  <c:v>0.78213333</c:v>
                </c:pt>
                <c:pt idx="171">
                  <c:v>0.76757493</c:v>
                </c:pt>
                <c:pt idx="172">
                  <c:v>1.38889489</c:v>
                </c:pt>
                <c:pt idx="173">
                  <c:v>1.42333863</c:v>
                </c:pt>
                <c:pt idx="174">
                  <c:v>1.3527683</c:v>
                </c:pt>
                <c:pt idx="175">
                  <c:v>1.473193</c:v>
                </c:pt>
                <c:pt idx="176">
                  <c:v>1.89140338</c:v>
                </c:pt>
                <c:pt idx="177">
                  <c:v>1.86465132</c:v>
                </c:pt>
                <c:pt idx="178">
                  <c:v>1.78506444</c:v>
                </c:pt>
                <c:pt idx="179">
                  <c:v>1.46442382</c:v>
                </c:pt>
                <c:pt idx="180">
                  <c:v>1.4785265</c:v>
                </c:pt>
                <c:pt idx="181">
                  <c:v>1.43419789</c:v>
                </c:pt>
                <c:pt idx="182">
                  <c:v>1.53349817</c:v>
                </c:pt>
                <c:pt idx="183">
                  <c:v>0.61358982</c:v>
                </c:pt>
                <c:pt idx="184">
                  <c:v>0.66586696</c:v>
                </c:pt>
                <c:pt idx="185">
                  <c:v>0.6228727</c:v>
                </c:pt>
                <c:pt idx="186">
                  <c:v>0.65631218</c:v>
                </c:pt>
                <c:pt idx="187">
                  <c:v>0.55032077</c:v>
                </c:pt>
                <c:pt idx="188">
                  <c:v>0.58181818</c:v>
                </c:pt>
                <c:pt idx="189">
                  <c:v>0.62905501</c:v>
                </c:pt>
                <c:pt idx="190">
                  <c:v>0.68324324</c:v>
                </c:pt>
                <c:pt idx="191">
                  <c:v>0.63651138</c:v>
                </c:pt>
                <c:pt idx="192">
                  <c:v>0.65443425</c:v>
                </c:pt>
                <c:pt idx="193">
                  <c:v>0.67916094</c:v>
                </c:pt>
                <c:pt idx="194">
                  <c:v>0.72445204</c:v>
                </c:pt>
                <c:pt idx="195">
                  <c:v>0.68549241</c:v>
                </c:pt>
                <c:pt idx="196">
                  <c:v>0.73175048</c:v>
                </c:pt>
                <c:pt idx="197">
                  <c:v>0.7192029</c:v>
                </c:pt>
                <c:pt idx="198">
                  <c:v>0.6744325</c:v>
                </c:pt>
                <c:pt idx="199">
                  <c:v>0.72722222</c:v>
                </c:pt>
                <c:pt idx="200">
                  <c:v>0.78636429</c:v>
                </c:pt>
                <c:pt idx="201">
                  <c:v>0.84229748</c:v>
                </c:pt>
                <c:pt idx="202">
                  <c:v>0.76062688</c:v>
                </c:pt>
                <c:pt idx="203">
                  <c:v>0.81375447</c:v>
                </c:pt>
                <c:pt idx="204">
                  <c:v>1.00352624</c:v>
                </c:pt>
                <c:pt idx="205">
                  <c:v>0.75833858</c:v>
                </c:pt>
                <c:pt idx="206">
                  <c:v>1.07940663</c:v>
                </c:pt>
                <c:pt idx="207">
                  <c:v>1.34802905</c:v>
                </c:pt>
                <c:pt idx="208">
                  <c:v>0.86465047</c:v>
                </c:pt>
                <c:pt idx="209">
                  <c:v>0.88855602</c:v>
                </c:pt>
                <c:pt idx="210">
                  <c:v>0.69348269</c:v>
                </c:pt>
                <c:pt idx="211">
                  <c:v>0.97691142</c:v>
                </c:pt>
                <c:pt idx="212">
                  <c:v>1.00284132</c:v>
                </c:pt>
                <c:pt idx="213">
                  <c:v>0.95834058</c:v>
                </c:pt>
                <c:pt idx="214">
                  <c:v>1.08885845</c:v>
                </c:pt>
                <c:pt idx="215">
                  <c:v>1.38683941</c:v>
                </c:pt>
                <c:pt idx="216">
                  <c:v>1.52357261</c:v>
                </c:pt>
                <c:pt idx="217">
                  <c:v>1.47757974</c:v>
                </c:pt>
                <c:pt idx="218">
                  <c:v>1.01335626</c:v>
                </c:pt>
                <c:pt idx="219">
                  <c:v>1.10749665</c:v>
                </c:pt>
                <c:pt idx="220">
                  <c:v>1.0729223</c:v>
                </c:pt>
                <c:pt idx="221">
                  <c:v>1.06468874</c:v>
                </c:pt>
                <c:pt idx="222">
                  <c:v>0.67194948</c:v>
                </c:pt>
                <c:pt idx="223">
                  <c:v>0.64314812</c:v>
                </c:pt>
                <c:pt idx="224">
                  <c:v>0.60614503</c:v>
                </c:pt>
                <c:pt idx="225">
                  <c:v>0.66348202</c:v>
                </c:pt>
                <c:pt idx="226">
                  <c:v>0.66765184</c:v>
                </c:pt>
                <c:pt idx="227">
                  <c:v>0.53945183</c:v>
                </c:pt>
                <c:pt idx="228">
                  <c:v>0.64554243</c:v>
                </c:pt>
                <c:pt idx="229">
                  <c:v>0.66515359</c:v>
                </c:pt>
                <c:pt idx="230">
                  <c:v>0.6681308</c:v>
                </c:pt>
                <c:pt idx="231">
                  <c:v>0.66822232</c:v>
                </c:pt>
                <c:pt idx="232">
                  <c:v>0.71018198</c:v>
                </c:pt>
                <c:pt idx="233">
                  <c:v>0.63925456</c:v>
                </c:pt>
                <c:pt idx="234">
                  <c:v>0.61657033</c:v>
                </c:pt>
                <c:pt idx="235">
                  <c:v>0.59588373</c:v>
                </c:pt>
                <c:pt idx="236">
                  <c:v>0.61839298</c:v>
                </c:pt>
                <c:pt idx="237">
                  <c:v>0.64484839</c:v>
                </c:pt>
                <c:pt idx="238">
                  <c:v>0.59849653</c:v>
                </c:pt>
                <c:pt idx="239">
                  <c:v>0.66394488</c:v>
                </c:pt>
                <c:pt idx="240">
                  <c:v>0.67135981</c:v>
                </c:pt>
                <c:pt idx="241">
                  <c:v>0.60061633</c:v>
                </c:pt>
                <c:pt idx="242">
                  <c:v>0.71068481</c:v>
                </c:pt>
                <c:pt idx="243">
                  <c:v>0.7089958</c:v>
                </c:pt>
                <c:pt idx="244">
                  <c:v>0.67765178</c:v>
                </c:pt>
                <c:pt idx="245">
                  <c:v>0.7351242</c:v>
                </c:pt>
                <c:pt idx="246">
                  <c:v>0.64755251</c:v>
                </c:pt>
                <c:pt idx="247">
                  <c:v>0.74888768</c:v>
                </c:pt>
                <c:pt idx="248">
                  <c:v>1.01433476</c:v>
                </c:pt>
                <c:pt idx="249">
                  <c:v>0.97853309</c:v>
                </c:pt>
                <c:pt idx="250">
                  <c:v>0.79556111</c:v>
                </c:pt>
                <c:pt idx="251">
                  <c:v>1.05351704</c:v>
                </c:pt>
                <c:pt idx="252">
                  <c:v>0.68778457</c:v>
                </c:pt>
                <c:pt idx="253">
                  <c:v>0.70363592</c:v>
                </c:pt>
                <c:pt idx="254">
                  <c:v>0.61294948</c:v>
                </c:pt>
                <c:pt idx="255">
                  <c:v>0.66204934</c:v>
                </c:pt>
                <c:pt idx="256">
                  <c:v>0.67884422</c:v>
                </c:pt>
                <c:pt idx="257">
                  <c:v>0.67616122</c:v>
                </c:pt>
                <c:pt idx="258">
                  <c:v>0.71155998</c:v>
                </c:pt>
                <c:pt idx="259">
                  <c:v>0.74582373</c:v>
                </c:pt>
                <c:pt idx="260">
                  <c:v>0.68277005</c:v>
                </c:pt>
                <c:pt idx="261">
                  <c:v>0.66132767</c:v>
                </c:pt>
                <c:pt idx="262">
                  <c:v>0.69396083</c:v>
                </c:pt>
                <c:pt idx="263">
                  <c:v>0.71913333</c:v>
                </c:pt>
                <c:pt idx="264">
                  <c:v>0.7606383</c:v>
                </c:pt>
                <c:pt idx="265">
                  <c:v>0.67117196</c:v>
                </c:pt>
                <c:pt idx="266">
                  <c:v>0.78141667</c:v>
                </c:pt>
                <c:pt idx="267">
                  <c:v>0.53041426</c:v>
                </c:pt>
                <c:pt idx="268">
                  <c:v>0.52954375</c:v>
                </c:pt>
                <c:pt idx="269">
                  <c:v>0.48306259</c:v>
                </c:pt>
                <c:pt idx="270">
                  <c:v>0.5426457</c:v>
                </c:pt>
                <c:pt idx="271">
                  <c:v>0.54617778</c:v>
                </c:pt>
                <c:pt idx="272">
                  <c:v>0.52549795</c:v>
                </c:pt>
                <c:pt idx="273">
                  <c:v>0.5812031</c:v>
                </c:pt>
                <c:pt idx="274">
                  <c:v>0.56271134</c:v>
                </c:pt>
                <c:pt idx="275">
                  <c:v>0.55811449</c:v>
                </c:pt>
                <c:pt idx="276">
                  <c:v>0.52878097</c:v>
                </c:pt>
                <c:pt idx="277">
                  <c:v>0.60730578</c:v>
                </c:pt>
                <c:pt idx="278">
                  <c:v>1.41195947</c:v>
                </c:pt>
                <c:pt idx="279">
                  <c:v>1.45412706</c:v>
                </c:pt>
                <c:pt idx="280">
                  <c:v>1.40446845</c:v>
                </c:pt>
                <c:pt idx="281">
                  <c:v>1.49179277</c:v>
                </c:pt>
                <c:pt idx="282">
                  <c:v>1.95415187</c:v>
                </c:pt>
                <c:pt idx="283">
                  <c:v>1.93991307</c:v>
                </c:pt>
                <c:pt idx="284">
                  <c:v>1.99828708</c:v>
                </c:pt>
                <c:pt idx="285">
                  <c:v>1.53172668</c:v>
                </c:pt>
                <c:pt idx="286">
                  <c:v>1.58710606</c:v>
                </c:pt>
                <c:pt idx="287">
                  <c:v>1.55099223</c:v>
                </c:pt>
                <c:pt idx="288">
                  <c:v>1.58068827</c:v>
                </c:pt>
                <c:pt idx="289">
                  <c:v>0.74505036</c:v>
                </c:pt>
                <c:pt idx="290">
                  <c:v>0.68999732</c:v>
                </c:pt>
                <c:pt idx="291">
                  <c:v>0.77616538</c:v>
                </c:pt>
                <c:pt idx="292">
                  <c:v>0.79172414</c:v>
                </c:pt>
                <c:pt idx="293">
                  <c:v>0.60423484</c:v>
                </c:pt>
                <c:pt idx="294">
                  <c:v>0.69566914</c:v>
                </c:pt>
                <c:pt idx="295">
                  <c:v>0.66999312</c:v>
                </c:pt>
                <c:pt idx="296">
                  <c:v>0.66593083</c:v>
                </c:pt>
                <c:pt idx="297">
                  <c:v>0.8121418</c:v>
                </c:pt>
                <c:pt idx="298">
                  <c:v>0.73708333</c:v>
                </c:pt>
                <c:pt idx="299">
                  <c:v>0.84314166</c:v>
                </c:pt>
                <c:pt idx="300">
                  <c:v>0.77158664</c:v>
                </c:pt>
                <c:pt idx="301">
                  <c:v>0.76600161</c:v>
                </c:pt>
                <c:pt idx="302">
                  <c:v>0.80082635</c:v>
                </c:pt>
                <c:pt idx="303">
                  <c:v>0.86222565</c:v>
                </c:pt>
                <c:pt idx="304">
                  <c:v>0.84868026</c:v>
                </c:pt>
                <c:pt idx="305">
                  <c:v>0.86810072</c:v>
                </c:pt>
                <c:pt idx="306">
                  <c:v>0.91824022</c:v>
                </c:pt>
                <c:pt idx="307">
                  <c:v>0.86358512</c:v>
                </c:pt>
                <c:pt idx="308">
                  <c:v>0.90584651</c:v>
                </c:pt>
                <c:pt idx="309">
                  <c:v>0.9243673</c:v>
                </c:pt>
                <c:pt idx="310">
                  <c:v>0.73284487</c:v>
                </c:pt>
                <c:pt idx="311">
                  <c:v>0.75786684</c:v>
                </c:pt>
                <c:pt idx="312">
                  <c:v>0.68223869</c:v>
                </c:pt>
                <c:pt idx="313">
                  <c:v>0.78907393</c:v>
                </c:pt>
                <c:pt idx="314">
                  <c:v>1.04484427</c:v>
                </c:pt>
                <c:pt idx="315">
                  <c:v>1.07894737</c:v>
                </c:pt>
                <c:pt idx="316">
                  <c:v>1.11815049</c:v>
                </c:pt>
                <c:pt idx="317">
                  <c:v>0.80501966</c:v>
                </c:pt>
                <c:pt idx="318">
                  <c:v>0.77810581</c:v>
                </c:pt>
                <c:pt idx="319">
                  <c:v>0.76507006</c:v>
                </c:pt>
                <c:pt idx="320">
                  <c:v>0.76739313</c:v>
                </c:pt>
                <c:pt idx="321">
                  <c:v>0.69526874</c:v>
                </c:pt>
                <c:pt idx="322">
                  <c:v>0.67419003</c:v>
                </c:pt>
                <c:pt idx="323">
                  <c:v>0.6763293</c:v>
                </c:pt>
                <c:pt idx="324">
                  <c:v>0.7566161</c:v>
                </c:pt>
                <c:pt idx="325">
                  <c:v>0.68292224</c:v>
                </c:pt>
                <c:pt idx="326">
                  <c:v>0.77295285</c:v>
                </c:pt>
                <c:pt idx="327">
                  <c:v>0.6933632</c:v>
                </c:pt>
                <c:pt idx="328">
                  <c:v>0.70131248</c:v>
                </c:pt>
                <c:pt idx="329">
                  <c:v>0.66492965</c:v>
                </c:pt>
                <c:pt idx="330">
                  <c:v>0.73736035</c:v>
                </c:pt>
                <c:pt idx="331">
                  <c:v>0.68625166</c:v>
                </c:pt>
                <c:pt idx="332">
                  <c:v>0.49314523</c:v>
                </c:pt>
                <c:pt idx="333">
                  <c:v>0.4683153</c:v>
                </c:pt>
                <c:pt idx="334">
                  <c:v>0.47148958</c:v>
                </c:pt>
                <c:pt idx="335">
                  <c:v>0.49318755</c:v>
                </c:pt>
                <c:pt idx="336">
                  <c:v>0.54367015</c:v>
                </c:pt>
                <c:pt idx="337">
                  <c:v>0.4971537</c:v>
                </c:pt>
                <c:pt idx="338">
                  <c:v>0.49692389</c:v>
                </c:pt>
                <c:pt idx="339">
                  <c:v>0.52028998</c:v>
                </c:pt>
                <c:pt idx="340">
                  <c:v>0.51585562</c:v>
                </c:pt>
                <c:pt idx="341">
                  <c:v>0.57428971</c:v>
                </c:pt>
                <c:pt idx="342">
                  <c:v>0.58308928</c:v>
                </c:pt>
                <c:pt idx="343">
                  <c:v>0.76102699</c:v>
                </c:pt>
                <c:pt idx="344">
                  <c:v>0.83212018</c:v>
                </c:pt>
                <c:pt idx="345">
                  <c:v>0.7775396</c:v>
                </c:pt>
                <c:pt idx="346">
                  <c:v>0.85124639</c:v>
                </c:pt>
                <c:pt idx="347">
                  <c:v>1.05320169</c:v>
                </c:pt>
                <c:pt idx="348">
                  <c:v>1.04519427</c:v>
                </c:pt>
                <c:pt idx="349">
                  <c:v>1.06962142</c:v>
                </c:pt>
                <c:pt idx="350">
                  <c:v>0.76299468</c:v>
                </c:pt>
                <c:pt idx="351">
                  <c:v>0.81033023</c:v>
                </c:pt>
                <c:pt idx="352">
                  <c:v>0.84083728</c:v>
                </c:pt>
                <c:pt idx="353">
                  <c:v>0.84251279</c:v>
                </c:pt>
                <c:pt idx="354">
                  <c:v>0.60179641</c:v>
                </c:pt>
                <c:pt idx="355">
                  <c:v>0.58886256</c:v>
                </c:pt>
                <c:pt idx="356">
                  <c:v>0.58447767</c:v>
                </c:pt>
                <c:pt idx="357">
                  <c:v>0.64624201</c:v>
                </c:pt>
                <c:pt idx="358">
                  <c:v>0.55477396</c:v>
                </c:pt>
                <c:pt idx="359">
                  <c:v>0.56124722</c:v>
                </c:pt>
                <c:pt idx="360">
                  <c:v>0.58077261</c:v>
                </c:pt>
                <c:pt idx="361">
                  <c:v>0.60321924</c:v>
                </c:pt>
                <c:pt idx="362">
                  <c:v>0.6378022</c:v>
                </c:pt>
                <c:pt idx="363">
                  <c:v>0.6436214</c:v>
                </c:pt>
                <c:pt idx="364">
                  <c:v>0.62594584</c:v>
                </c:pt>
                <c:pt idx="365">
                  <c:v>0.56196237</c:v>
                </c:pt>
                <c:pt idx="366">
                  <c:v>0.57043709</c:v>
                </c:pt>
                <c:pt idx="367">
                  <c:v>0.55291485</c:v>
                </c:pt>
                <c:pt idx="368">
                  <c:v>0.59323525</c:v>
                </c:pt>
                <c:pt idx="369">
                  <c:v>0.5570963</c:v>
                </c:pt>
                <c:pt idx="370">
                  <c:v>0.61246459</c:v>
                </c:pt>
                <c:pt idx="371">
                  <c:v>0.61743995</c:v>
                </c:pt>
                <c:pt idx="372">
                  <c:v>0.60098785</c:v>
                </c:pt>
                <c:pt idx="373">
                  <c:v>0.59352437</c:v>
                </c:pt>
                <c:pt idx="374">
                  <c:v>0.59486432</c:v>
                </c:pt>
                <c:pt idx="375">
                  <c:v>0.64717872</c:v>
                </c:pt>
                <c:pt idx="376">
                  <c:v>0.78962106</c:v>
                </c:pt>
                <c:pt idx="377">
                  <c:v>0.84296505</c:v>
                </c:pt>
                <c:pt idx="378">
                  <c:v>0.77731611</c:v>
                </c:pt>
                <c:pt idx="379">
                  <c:v>0.87946045</c:v>
                </c:pt>
                <c:pt idx="380">
                  <c:v>1.19115097</c:v>
                </c:pt>
                <c:pt idx="381">
                  <c:v>1.39767923</c:v>
                </c:pt>
                <c:pt idx="382">
                  <c:v>1.10699048</c:v>
                </c:pt>
                <c:pt idx="383">
                  <c:v>1.3566969</c:v>
                </c:pt>
                <c:pt idx="384">
                  <c:v>0.83019802</c:v>
                </c:pt>
                <c:pt idx="385">
                  <c:v>0.85711142</c:v>
                </c:pt>
                <c:pt idx="386">
                  <c:v>0.78126212</c:v>
                </c:pt>
                <c:pt idx="387">
                  <c:v>0.79680859</c:v>
                </c:pt>
                <c:pt idx="388">
                  <c:v>0.71367568</c:v>
                </c:pt>
                <c:pt idx="389">
                  <c:v>0.70125534</c:v>
                </c:pt>
                <c:pt idx="390">
                  <c:v>0.72154903</c:v>
                </c:pt>
                <c:pt idx="391">
                  <c:v>0.78956634</c:v>
                </c:pt>
                <c:pt idx="392">
                  <c:v>0.67333283</c:v>
                </c:pt>
                <c:pt idx="393">
                  <c:v>0.71704787</c:v>
                </c:pt>
                <c:pt idx="394">
                  <c:v>0.75339723</c:v>
                </c:pt>
                <c:pt idx="395">
                  <c:v>0.74500023</c:v>
                </c:pt>
                <c:pt idx="396">
                  <c:v>0.72422582</c:v>
                </c:pt>
                <c:pt idx="397">
                  <c:v>0.75945477</c:v>
                </c:pt>
                <c:pt idx="398">
                  <c:v>0.79265488</c:v>
                </c:pt>
                <c:pt idx="399">
                  <c:v>0.5543292</c:v>
                </c:pt>
                <c:pt idx="400">
                  <c:v>0.55184773</c:v>
                </c:pt>
                <c:pt idx="401">
                  <c:v>0.48885454</c:v>
                </c:pt>
                <c:pt idx="402">
                  <c:v>0.61124532</c:v>
                </c:pt>
                <c:pt idx="403">
                  <c:v>0.64969339</c:v>
                </c:pt>
                <c:pt idx="404">
                  <c:v>0.62972813</c:v>
                </c:pt>
                <c:pt idx="405">
                  <c:v>0.64388408</c:v>
                </c:pt>
                <c:pt idx="406">
                  <c:v>0.59070229</c:v>
                </c:pt>
                <c:pt idx="407">
                  <c:v>0.58539095</c:v>
                </c:pt>
                <c:pt idx="408">
                  <c:v>0.6200925</c:v>
                </c:pt>
                <c:pt idx="409">
                  <c:v>0.62539091</c:v>
                </c:pt>
                <c:pt idx="410">
                  <c:v>1.35708373</c:v>
                </c:pt>
                <c:pt idx="411">
                  <c:v>1.4323044</c:v>
                </c:pt>
                <c:pt idx="412">
                  <c:v>1.34513126</c:v>
                </c:pt>
                <c:pt idx="413">
                  <c:v>1.53094053</c:v>
                </c:pt>
                <c:pt idx="414">
                  <c:v>1.83336267</c:v>
                </c:pt>
                <c:pt idx="415">
                  <c:v>1.84149014</c:v>
                </c:pt>
                <c:pt idx="416">
                  <c:v>2.02001082</c:v>
                </c:pt>
                <c:pt idx="417">
                  <c:v>1.51905752</c:v>
                </c:pt>
                <c:pt idx="418">
                  <c:v>1.48933233</c:v>
                </c:pt>
                <c:pt idx="419">
                  <c:v>1.49851947</c:v>
                </c:pt>
                <c:pt idx="420">
                  <c:v>1.51793643</c:v>
                </c:pt>
                <c:pt idx="421">
                  <c:v>0.67407407</c:v>
                </c:pt>
                <c:pt idx="422">
                  <c:v>0.6754524</c:v>
                </c:pt>
                <c:pt idx="423">
                  <c:v>0.65420466</c:v>
                </c:pt>
                <c:pt idx="424">
                  <c:v>0.72463219</c:v>
                </c:pt>
                <c:pt idx="425">
                  <c:v>0.55532965</c:v>
                </c:pt>
                <c:pt idx="426">
                  <c:v>0.52090507</c:v>
                </c:pt>
                <c:pt idx="427">
                  <c:v>0.50648464</c:v>
                </c:pt>
                <c:pt idx="428">
                  <c:v>0.7029668</c:v>
                </c:pt>
                <c:pt idx="429">
                  <c:v>0.67470644</c:v>
                </c:pt>
                <c:pt idx="430">
                  <c:v>0.62453532</c:v>
                </c:pt>
                <c:pt idx="431">
                  <c:v>0.65603611</c:v>
                </c:pt>
                <c:pt idx="432">
                  <c:v>0.75206469</c:v>
                </c:pt>
                <c:pt idx="433">
                  <c:v>0.73514697</c:v>
                </c:pt>
                <c:pt idx="434">
                  <c:v>0.70410683</c:v>
                </c:pt>
                <c:pt idx="435">
                  <c:v>0.80606008</c:v>
                </c:pt>
                <c:pt idx="436">
                  <c:v>0.81531959</c:v>
                </c:pt>
                <c:pt idx="437">
                  <c:v>0.71648233</c:v>
                </c:pt>
                <c:pt idx="438">
                  <c:v>0.75398711</c:v>
                </c:pt>
                <c:pt idx="439">
                  <c:v>0.81302793</c:v>
                </c:pt>
                <c:pt idx="440">
                  <c:v>0.78080301</c:v>
                </c:pt>
                <c:pt idx="441">
                  <c:v>0.8767712</c:v>
                </c:pt>
                <c:pt idx="442">
                  <c:v>0.82392504</c:v>
                </c:pt>
                <c:pt idx="443">
                  <c:v>0.80342984</c:v>
                </c:pt>
                <c:pt idx="444">
                  <c:v>0.86860564</c:v>
                </c:pt>
                <c:pt idx="445">
                  <c:v>0.77984759</c:v>
                </c:pt>
                <c:pt idx="446">
                  <c:v>1.17057326</c:v>
                </c:pt>
                <c:pt idx="447">
                  <c:v>1.21613744</c:v>
                </c:pt>
                <c:pt idx="448">
                  <c:v>1.29942469</c:v>
                </c:pt>
                <c:pt idx="449">
                  <c:v>0.90984127</c:v>
                </c:pt>
                <c:pt idx="450">
                  <c:v>1.30882085</c:v>
                </c:pt>
                <c:pt idx="451">
                  <c:v>0.87657122</c:v>
                </c:pt>
                <c:pt idx="452">
                  <c:v>0.83389335</c:v>
                </c:pt>
                <c:pt idx="453">
                  <c:v>0.89306698</c:v>
                </c:pt>
                <c:pt idx="454">
                  <c:v>0.86415151</c:v>
                </c:pt>
                <c:pt idx="455">
                  <c:v>0.74225277</c:v>
                </c:pt>
                <c:pt idx="456">
                  <c:v>0.64205148</c:v>
                </c:pt>
                <c:pt idx="457">
                  <c:v>0.71226618</c:v>
                </c:pt>
                <c:pt idx="458">
                  <c:v>0.77122798</c:v>
                </c:pt>
                <c:pt idx="459">
                  <c:v>0.65585242</c:v>
                </c:pt>
                <c:pt idx="460">
                  <c:v>0.65894512</c:v>
                </c:pt>
                <c:pt idx="461">
                  <c:v>0.68747214</c:v>
                </c:pt>
                <c:pt idx="462">
                  <c:v>0.72877649</c:v>
                </c:pt>
                <c:pt idx="463">
                  <c:v>0.6763854</c:v>
                </c:pt>
                <c:pt idx="464">
                  <c:v>0.77715387</c:v>
                </c:pt>
                <c:pt idx="465">
                  <c:v>0.7775673</c:v>
                </c:pt>
                <c:pt idx="466">
                  <c:v>0.55763917</c:v>
                </c:pt>
                <c:pt idx="467">
                  <c:v>0.55462501</c:v>
                </c:pt>
                <c:pt idx="468">
                  <c:v>0.53262664</c:v>
                </c:pt>
                <c:pt idx="469">
                  <c:v>0.60151988</c:v>
                </c:pt>
                <c:pt idx="470">
                  <c:v>0.58890123</c:v>
                </c:pt>
                <c:pt idx="471">
                  <c:v>0.62386095</c:v>
                </c:pt>
                <c:pt idx="472">
                  <c:v>0.6746336</c:v>
                </c:pt>
                <c:pt idx="473">
                  <c:v>0.57416723</c:v>
                </c:pt>
                <c:pt idx="474">
                  <c:v>0.59767216</c:v>
                </c:pt>
                <c:pt idx="475">
                  <c:v>0.63190943</c:v>
                </c:pt>
                <c:pt idx="476">
                  <c:v>0.64350125</c:v>
                </c:pt>
                <c:pt idx="477">
                  <c:v>0.87269889</c:v>
                </c:pt>
                <c:pt idx="478">
                  <c:v>0.92834879</c:v>
                </c:pt>
                <c:pt idx="479">
                  <c:v>0.86016735</c:v>
                </c:pt>
                <c:pt idx="480">
                  <c:v>0.98903096</c:v>
                </c:pt>
                <c:pt idx="481">
                  <c:v>1.20348874</c:v>
                </c:pt>
                <c:pt idx="482">
                  <c:v>1.35340819</c:v>
                </c:pt>
                <c:pt idx="483">
                  <c:v>1.1706817</c:v>
                </c:pt>
                <c:pt idx="484">
                  <c:v>1.33907786</c:v>
                </c:pt>
                <c:pt idx="485">
                  <c:v>0.91439325</c:v>
                </c:pt>
                <c:pt idx="486">
                  <c:v>0.90563945</c:v>
                </c:pt>
                <c:pt idx="487">
                  <c:v>0.92663965</c:v>
                </c:pt>
                <c:pt idx="488">
                  <c:v>0.9705161</c:v>
                </c:pt>
                <c:pt idx="489">
                  <c:v>0.62846517</c:v>
                </c:pt>
                <c:pt idx="490">
                  <c:v>0.59771607</c:v>
                </c:pt>
                <c:pt idx="491">
                  <c:v>0.62413947</c:v>
                </c:pt>
                <c:pt idx="492">
                  <c:v>0.67288862</c:v>
                </c:pt>
                <c:pt idx="493">
                  <c:v>0.57293869</c:v>
                </c:pt>
                <c:pt idx="494">
                  <c:v>0.48085214</c:v>
                </c:pt>
                <c:pt idx="495">
                  <c:v>0.53796601</c:v>
                </c:pt>
                <c:pt idx="496">
                  <c:v>0.60974843</c:v>
                </c:pt>
                <c:pt idx="497">
                  <c:v>0.57414116</c:v>
                </c:pt>
                <c:pt idx="498">
                  <c:v>0.63356719</c:v>
                </c:pt>
                <c:pt idx="499">
                  <c:v>0.64273993</c:v>
                </c:pt>
                <c:pt idx="500">
                  <c:v>0.58992602</c:v>
                </c:pt>
                <c:pt idx="501">
                  <c:v>0.56208125</c:v>
                </c:pt>
                <c:pt idx="502">
                  <c:v>0.5699422</c:v>
                </c:pt>
                <c:pt idx="503">
                  <c:v>0.63410665</c:v>
                </c:pt>
                <c:pt idx="504">
                  <c:v>0.61064953</c:v>
                </c:pt>
                <c:pt idx="505">
                  <c:v>0.57202612</c:v>
                </c:pt>
                <c:pt idx="506">
                  <c:v>0.63442274</c:v>
                </c:pt>
                <c:pt idx="507">
                  <c:v>0.60437947</c:v>
                </c:pt>
                <c:pt idx="508">
                  <c:v>0.61908027</c:v>
                </c:pt>
                <c:pt idx="509">
                  <c:v>0.64304875</c:v>
                </c:pt>
                <c:pt idx="510">
                  <c:v>0.67063795</c:v>
                </c:pt>
                <c:pt idx="511">
                  <c:v>0.78007664</c:v>
                </c:pt>
                <c:pt idx="512">
                  <c:v>0.81228799</c:v>
                </c:pt>
                <c:pt idx="513">
                  <c:v>0.72887966</c:v>
                </c:pt>
                <c:pt idx="514">
                  <c:v>0.85921491</c:v>
                </c:pt>
                <c:pt idx="515">
                  <c:v>1.13767188</c:v>
                </c:pt>
                <c:pt idx="516">
                  <c:v>1.05276758</c:v>
                </c:pt>
                <c:pt idx="517">
                  <c:v>1.04294479</c:v>
                </c:pt>
                <c:pt idx="518">
                  <c:v>1.11371</c:v>
                </c:pt>
                <c:pt idx="519">
                  <c:v>0.75588606</c:v>
                </c:pt>
                <c:pt idx="520">
                  <c:v>0.76745621</c:v>
                </c:pt>
                <c:pt idx="521">
                  <c:v>0.78737737</c:v>
                </c:pt>
                <c:pt idx="522">
                  <c:v>0.76673375</c:v>
                </c:pt>
                <c:pt idx="523">
                  <c:v>0.73891626</c:v>
                </c:pt>
                <c:pt idx="524">
                  <c:v>0.75878553</c:v>
                </c:pt>
                <c:pt idx="525">
                  <c:v>0.72015635</c:v>
                </c:pt>
                <c:pt idx="526">
                  <c:v>0.84766515</c:v>
                </c:pt>
                <c:pt idx="527">
                  <c:v>0.69733871</c:v>
                </c:pt>
                <c:pt idx="528">
                  <c:v>0.61122748</c:v>
                </c:pt>
                <c:pt idx="529">
                  <c:v>0.6797764</c:v>
                </c:pt>
                <c:pt idx="530">
                  <c:v>0.74728908</c:v>
                </c:pt>
                <c:pt idx="531">
                  <c:v>0.73855244</c:v>
                </c:pt>
                <c:pt idx="532">
                  <c:v>0.79012621</c:v>
                </c:pt>
                <c:pt idx="533">
                  <c:v>0.74539752</c:v>
                </c:pt>
                <c:pt idx="534">
                  <c:v>0.55363029</c:v>
                </c:pt>
                <c:pt idx="535">
                  <c:v>0.56849932</c:v>
                </c:pt>
                <c:pt idx="536">
                  <c:v>0.53218069</c:v>
                </c:pt>
                <c:pt idx="537">
                  <c:v>0.58267837</c:v>
                </c:pt>
                <c:pt idx="538">
                  <c:v>0.61647956</c:v>
                </c:pt>
                <c:pt idx="539">
                  <c:v>0.61839572</c:v>
                </c:pt>
                <c:pt idx="540">
                  <c:v>0.67036318</c:v>
                </c:pt>
                <c:pt idx="541">
                  <c:v>0.58941049</c:v>
                </c:pt>
                <c:pt idx="542">
                  <c:v>0.59354575</c:v>
                </c:pt>
                <c:pt idx="543">
                  <c:v>0.62466976</c:v>
                </c:pt>
                <c:pt idx="544">
                  <c:v>0.64482999</c:v>
                </c:pt>
                <c:pt idx="545">
                  <c:v>1.48254339</c:v>
                </c:pt>
                <c:pt idx="546">
                  <c:v>1.58011197</c:v>
                </c:pt>
                <c:pt idx="547">
                  <c:v>1.45040554</c:v>
                </c:pt>
                <c:pt idx="548">
                  <c:v>1.64375952</c:v>
                </c:pt>
                <c:pt idx="549">
                  <c:v>1.97509126</c:v>
                </c:pt>
                <c:pt idx="550">
                  <c:v>1.63968736</c:v>
                </c:pt>
                <c:pt idx="551">
                  <c:v>1.58383288</c:v>
                </c:pt>
                <c:pt idx="552">
                  <c:v>1.66139512</c:v>
                </c:pt>
                <c:pt idx="553">
                  <c:v>1.59716036</c:v>
                </c:pt>
                <c:pt idx="554">
                  <c:v>0.75449579</c:v>
                </c:pt>
                <c:pt idx="555">
                  <c:v>0.75715174</c:v>
                </c:pt>
                <c:pt idx="556">
                  <c:v>0.70938595</c:v>
                </c:pt>
                <c:pt idx="557">
                  <c:v>0.80215195</c:v>
                </c:pt>
                <c:pt idx="558">
                  <c:v>0.77913832</c:v>
                </c:pt>
                <c:pt idx="559">
                  <c:v>0.68132411</c:v>
                </c:pt>
                <c:pt idx="560">
                  <c:v>0.70288081</c:v>
                </c:pt>
                <c:pt idx="561">
                  <c:v>0.74185567</c:v>
                </c:pt>
                <c:pt idx="562">
                  <c:v>0.64535246</c:v>
                </c:pt>
                <c:pt idx="563">
                  <c:v>0.89726645</c:v>
                </c:pt>
                <c:pt idx="564">
                  <c:v>0.83699001</c:v>
                </c:pt>
                <c:pt idx="565">
                  <c:v>0.87061901</c:v>
                </c:pt>
                <c:pt idx="566">
                  <c:v>0.79370134</c:v>
                </c:pt>
                <c:pt idx="567">
                  <c:v>0.88843324</c:v>
                </c:pt>
                <c:pt idx="568">
                  <c:v>0.83615326</c:v>
                </c:pt>
                <c:pt idx="569">
                  <c:v>0.81267777</c:v>
                </c:pt>
                <c:pt idx="570">
                  <c:v>0.89560724</c:v>
                </c:pt>
                <c:pt idx="571">
                  <c:v>0.90364816</c:v>
                </c:pt>
                <c:pt idx="572">
                  <c:v>0.90892364</c:v>
                </c:pt>
                <c:pt idx="573">
                  <c:v>0.94980955</c:v>
                </c:pt>
                <c:pt idx="574">
                  <c:v>0.88587161</c:v>
                </c:pt>
                <c:pt idx="575">
                  <c:v>0.8163273</c:v>
                </c:pt>
                <c:pt idx="576">
                  <c:v>0.84427844</c:v>
                </c:pt>
                <c:pt idx="577">
                  <c:v>0.83535878</c:v>
                </c:pt>
                <c:pt idx="578">
                  <c:v>0.88701049</c:v>
                </c:pt>
                <c:pt idx="579">
                  <c:v>1.14452851</c:v>
                </c:pt>
                <c:pt idx="580">
                  <c:v>1.04255319</c:v>
                </c:pt>
                <c:pt idx="581">
                  <c:v>1.24906122</c:v>
                </c:pt>
                <c:pt idx="582">
                  <c:v>0.88314982</c:v>
                </c:pt>
                <c:pt idx="583">
                  <c:v>0.84836634</c:v>
                </c:pt>
                <c:pt idx="584">
                  <c:v>0.88873693</c:v>
                </c:pt>
                <c:pt idx="585">
                  <c:v>0.82955043</c:v>
                </c:pt>
                <c:pt idx="586">
                  <c:v>0.71200506</c:v>
                </c:pt>
                <c:pt idx="587">
                  <c:v>0.67176534</c:v>
                </c:pt>
                <c:pt idx="588">
                  <c:v>0.7382601</c:v>
                </c:pt>
                <c:pt idx="589">
                  <c:v>0.74992625</c:v>
                </c:pt>
                <c:pt idx="590">
                  <c:v>0.67028834</c:v>
                </c:pt>
                <c:pt idx="591">
                  <c:v>0.58532609</c:v>
                </c:pt>
                <c:pt idx="592">
                  <c:v>0.65871787</c:v>
                </c:pt>
                <c:pt idx="593">
                  <c:v>0.72194862</c:v>
                </c:pt>
                <c:pt idx="594">
                  <c:v>0.65236686</c:v>
                </c:pt>
                <c:pt idx="595">
                  <c:v>0.67996979</c:v>
                </c:pt>
                <c:pt idx="596">
                  <c:v>0.76296959</c:v>
                </c:pt>
                <c:pt idx="597">
                  <c:v>0.52068023</c:v>
                </c:pt>
                <c:pt idx="598">
                  <c:v>0.51962533</c:v>
                </c:pt>
                <c:pt idx="599">
                  <c:v>0.45654389</c:v>
                </c:pt>
                <c:pt idx="600">
                  <c:v>0.55901868</c:v>
                </c:pt>
                <c:pt idx="601">
                  <c:v>0.54592315</c:v>
                </c:pt>
                <c:pt idx="602">
                  <c:v>0.53744799</c:v>
                </c:pt>
                <c:pt idx="603">
                  <c:v>0.59328883</c:v>
                </c:pt>
                <c:pt idx="604">
                  <c:v>0.59400046</c:v>
                </c:pt>
                <c:pt idx="605">
                  <c:v>0.52584545</c:v>
                </c:pt>
                <c:pt idx="606">
                  <c:v>0.58646735</c:v>
                </c:pt>
                <c:pt idx="607">
                  <c:v>0.59294724</c:v>
                </c:pt>
                <c:pt idx="608">
                  <c:v>0.95879937</c:v>
                </c:pt>
                <c:pt idx="609">
                  <c:v>0.99895679</c:v>
                </c:pt>
                <c:pt idx="610">
                  <c:v>0.88257042</c:v>
                </c:pt>
                <c:pt idx="611">
                  <c:v>0.99823798</c:v>
                </c:pt>
                <c:pt idx="612">
                  <c:v>1.29764869</c:v>
                </c:pt>
                <c:pt idx="613">
                  <c:v>1.23706082</c:v>
                </c:pt>
                <c:pt idx="614">
                  <c:v>1.31806913</c:v>
                </c:pt>
                <c:pt idx="615">
                  <c:v>0.9424412</c:v>
                </c:pt>
                <c:pt idx="616">
                  <c:v>1.03833893</c:v>
                </c:pt>
                <c:pt idx="617">
                  <c:v>1.04025006</c:v>
                </c:pt>
                <c:pt idx="618">
                  <c:v>0.99391277</c:v>
                </c:pt>
                <c:pt idx="619">
                  <c:v>0.6393804</c:v>
                </c:pt>
                <c:pt idx="620">
                  <c:v>0.58622951</c:v>
                </c:pt>
                <c:pt idx="621">
                  <c:v>0.62083781</c:v>
                </c:pt>
                <c:pt idx="622">
                  <c:v>0.64284083</c:v>
                </c:pt>
                <c:pt idx="623">
                  <c:v>0.61435929</c:v>
                </c:pt>
                <c:pt idx="624">
                  <c:v>0.59730608</c:v>
                </c:pt>
                <c:pt idx="625">
                  <c:v>0.55998092</c:v>
                </c:pt>
                <c:pt idx="626">
                  <c:v>0.64937911</c:v>
                </c:pt>
                <c:pt idx="627">
                  <c:v>0.63011696</c:v>
                </c:pt>
                <c:pt idx="628">
                  <c:v>0.67871486</c:v>
                </c:pt>
                <c:pt idx="629">
                  <c:v>0.67109397</c:v>
                </c:pt>
                <c:pt idx="630">
                  <c:v>0.61112323</c:v>
                </c:pt>
                <c:pt idx="631">
                  <c:v>0.59124398</c:v>
                </c:pt>
                <c:pt idx="632">
                  <c:v>0.59861848</c:v>
                </c:pt>
                <c:pt idx="633">
                  <c:v>0.6162982</c:v>
                </c:pt>
                <c:pt idx="634">
                  <c:v>0.61468048</c:v>
                </c:pt>
                <c:pt idx="635">
                  <c:v>0.57142857</c:v>
                </c:pt>
                <c:pt idx="636">
                  <c:v>0.60976229</c:v>
                </c:pt>
                <c:pt idx="637">
                  <c:v>0.61940934</c:v>
                </c:pt>
                <c:pt idx="638">
                  <c:v>0.61383504</c:v>
                </c:pt>
                <c:pt idx="639">
                  <c:v>0.66892064</c:v>
                </c:pt>
                <c:pt idx="640">
                  <c:v>0.70626902</c:v>
                </c:pt>
                <c:pt idx="641">
                  <c:v>0.84465416</c:v>
                </c:pt>
                <c:pt idx="642">
                  <c:v>0.82497904</c:v>
                </c:pt>
                <c:pt idx="643">
                  <c:v>0.81218419</c:v>
                </c:pt>
                <c:pt idx="644">
                  <c:v>0.93477164</c:v>
                </c:pt>
                <c:pt idx="645">
                  <c:v>1.24749463</c:v>
                </c:pt>
                <c:pt idx="646">
                  <c:v>1.2770108</c:v>
                </c:pt>
                <c:pt idx="647">
                  <c:v>1.36652977</c:v>
                </c:pt>
                <c:pt idx="648">
                  <c:v>0.86145648</c:v>
                </c:pt>
                <c:pt idx="649">
                  <c:v>0.853902</c:v>
                </c:pt>
                <c:pt idx="650">
                  <c:v>0.81602254</c:v>
                </c:pt>
                <c:pt idx="651">
                  <c:v>0.87777971</c:v>
                </c:pt>
                <c:pt idx="652">
                  <c:v>0.80049898</c:v>
                </c:pt>
                <c:pt idx="653">
                  <c:v>0.75641671</c:v>
                </c:pt>
                <c:pt idx="654">
                  <c:v>0.76507538</c:v>
                </c:pt>
                <c:pt idx="655">
                  <c:v>0.88333624</c:v>
                </c:pt>
                <c:pt idx="656">
                  <c:v>0.71807229</c:v>
                </c:pt>
                <c:pt idx="657">
                  <c:v>0.61790521</c:v>
                </c:pt>
                <c:pt idx="658">
                  <c:v>0.7292102</c:v>
                </c:pt>
                <c:pt idx="659">
                  <c:v>0.82185384</c:v>
                </c:pt>
                <c:pt idx="660">
                  <c:v>0.74927583</c:v>
                </c:pt>
                <c:pt idx="661">
                  <c:v>0.78563914</c:v>
                </c:pt>
                <c:pt idx="662">
                  <c:v>0.79359076</c:v>
                </c:pt>
                <c:pt idx="663">
                  <c:v>0.5773676</c:v>
                </c:pt>
                <c:pt idx="664">
                  <c:v>0.57889148</c:v>
                </c:pt>
                <c:pt idx="665">
                  <c:v>0.55429741</c:v>
                </c:pt>
                <c:pt idx="666">
                  <c:v>0.63595473</c:v>
                </c:pt>
                <c:pt idx="667">
                  <c:v>0.64462978</c:v>
                </c:pt>
                <c:pt idx="668">
                  <c:v>0.6796875</c:v>
                </c:pt>
                <c:pt idx="669">
                  <c:v>0.67205648</c:v>
                </c:pt>
                <c:pt idx="670">
                  <c:v>0.62971455</c:v>
                </c:pt>
                <c:pt idx="671">
                  <c:v>0.57719079</c:v>
                </c:pt>
                <c:pt idx="672">
                  <c:v>0.58815233</c:v>
                </c:pt>
                <c:pt idx="673">
                  <c:v>0.6387135</c:v>
                </c:pt>
                <c:pt idx="674">
                  <c:v>1.19371819</c:v>
                </c:pt>
                <c:pt idx="675">
                  <c:v>1.17727804</c:v>
                </c:pt>
                <c:pt idx="676">
                  <c:v>1.15367189</c:v>
                </c:pt>
                <c:pt idx="677">
                  <c:v>1.30658751</c:v>
                </c:pt>
                <c:pt idx="678">
                  <c:v>1.62070927</c:v>
                </c:pt>
                <c:pt idx="679">
                  <c:v>1.62253398</c:v>
                </c:pt>
                <c:pt idx="680">
                  <c:v>1.62210708</c:v>
                </c:pt>
                <c:pt idx="681">
                  <c:v>1.32023487</c:v>
                </c:pt>
                <c:pt idx="682">
                  <c:v>1.30205901</c:v>
                </c:pt>
                <c:pt idx="683">
                  <c:v>1.30268624</c:v>
                </c:pt>
                <c:pt idx="684">
                  <c:v>1.28823529</c:v>
                </c:pt>
                <c:pt idx="685">
                  <c:v>0.60407532</c:v>
                </c:pt>
                <c:pt idx="686">
                  <c:v>0.58820565</c:v>
                </c:pt>
                <c:pt idx="687">
                  <c:v>0.60154366</c:v>
                </c:pt>
                <c:pt idx="688">
                  <c:v>0.60182975</c:v>
                </c:pt>
                <c:pt idx="689">
                  <c:v>0.50278164</c:v>
                </c:pt>
                <c:pt idx="690">
                  <c:v>0.59376402</c:v>
                </c:pt>
                <c:pt idx="691">
                  <c:v>0.58926554</c:v>
                </c:pt>
                <c:pt idx="692">
                  <c:v>0.68886629</c:v>
                </c:pt>
                <c:pt idx="693">
                  <c:v>0.64627451</c:v>
                </c:pt>
                <c:pt idx="694">
                  <c:v>0.61500615</c:v>
                </c:pt>
                <c:pt idx="695">
                  <c:v>0.77357564</c:v>
                </c:pt>
                <c:pt idx="696">
                  <c:v>0.56523501</c:v>
                </c:pt>
                <c:pt idx="697">
                  <c:v>0.58401453</c:v>
                </c:pt>
                <c:pt idx="698">
                  <c:v>0.70541761</c:v>
                </c:pt>
                <c:pt idx="699">
                  <c:v>0.66800459</c:v>
                </c:pt>
                <c:pt idx="700">
                  <c:v>0.87278946</c:v>
                </c:pt>
                <c:pt idx="701">
                  <c:v>0.91178965</c:v>
                </c:pt>
                <c:pt idx="702">
                  <c:v>0.79924499</c:v>
                </c:pt>
                <c:pt idx="703">
                  <c:v>0.9410335</c:v>
                </c:pt>
                <c:pt idx="704">
                  <c:v>1.20915827</c:v>
                </c:pt>
                <c:pt idx="705">
                  <c:v>1.28734881</c:v>
                </c:pt>
                <c:pt idx="706">
                  <c:v>1.19446522</c:v>
                </c:pt>
                <c:pt idx="707">
                  <c:v>0.95963509</c:v>
                </c:pt>
                <c:pt idx="708">
                  <c:v>0.96923763</c:v>
                </c:pt>
                <c:pt idx="709">
                  <c:v>0.93769152</c:v>
                </c:pt>
                <c:pt idx="710">
                  <c:v>0.90576618</c:v>
                </c:pt>
                <c:pt idx="711">
                  <c:v>0.59236212</c:v>
                </c:pt>
                <c:pt idx="712">
                  <c:v>0.59304275</c:v>
                </c:pt>
                <c:pt idx="713">
                  <c:v>0.6121061</c:v>
                </c:pt>
                <c:pt idx="714">
                  <c:v>0.63714959</c:v>
                </c:pt>
                <c:pt idx="715">
                  <c:v>0.54596977</c:v>
                </c:pt>
                <c:pt idx="716">
                  <c:v>0.49851779</c:v>
                </c:pt>
                <c:pt idx="717">
                  <c:v>0.49390018</c:v>
                </c:pt>
                <c:pt idx="718">
                  <c:v>0.61317396</c:v>
                </c:pt>
                <c:pt idx="719">
                  <c:v>0.67034265</c:v>
                </c:pt>
                <c:pt idx="720">
                  <c:v>0.60979228</c:v>
                </c:pt>
                <c:pt idx="721">
                  <c:v>0.64982314</c:v>
                </c:pt>
                <c:pt idx="722">
                  <c:v>0.56815195</c:v>
                </c:pt>
                <c:pt idx="723">
                  <c:v>0.56697108</c:v>
                </c:pt>
                <c:pt idx="724">
                  <c:v>0.49249901</c:v>
                </c:pt>
                <c:pt idx="725">
                  <c:v>0.5789802</c:v>
                </c:pt>
                <c:pt idx="726">
                  <c:v>0.62387511</c:v>
                </c:pt>
                <c:pt idx="727">
                  <c:v>0.62584018</c:v>
                </c:pt>
                <c:pt idx="728">
                  <c:v>0.59931376</c:v>
                </c:pt>
                <c:pt idx="729">
                  <c:v>0.58279532</c:v>
                </c:pt>
                <c:pt idx="730">
                  <c:v>0.59830041</c:v>
                </c:pt>
                <c:pt idx="731">
                  <c:v>0.67543181</c:v>
                </c:pt>
                <c:pt idx="732">
                  <c:v>0.68075481</c:v>
                </c:pt>
                <c:pt idx="733">
                  <c:v>0.73064602</c:v>
                </c:pt>
                <c:pt idx="734">
                  <c:v>1.82858113</c:v>
                </c:pt>
                <c:pt idx="735">
                  <c:v>0.73520249</c:v>
                </c:pt>
                <c:pt idx="736">
                  <c:v>0.91462536</c:v>
                </c:pt>
                <c:pt idx="737">
                  <c:v>0.61386139</c:v>
                </c:pt>
                <c:pt idx="738">
                  <c:v>0.72127522</c:v>
                </c:pt>
                <c:pt idx="739">
                  <c:v>0.73659212</c:v>
                </c:pt>
                <c:pt idx="740">
                  <c:v>0.70512075</c:v>
                </c:pt>
                <c:pt idx="741">
                  <c:v>0.76342352</c:v>
                </c:pt>
                <c:pt idx="742">
                  <c:v>1.15531178</c:v>
                </c:pt>
                <c:pt idx="743">
                  <c:v>1.28377581</c:v>
                </c:pt>
                <c:pt idx="744">
                  <c:v>1.21026105</c:v>
                </c:pt>
                <c:pt idx="745">
                  <c:v>0.78724706</c:v>
                </c:pt>
                <c:pt idx="746">
                  <c:v>0.79227104</c:v>
                </c:pt>
                <c:pt idx="747">
                  <c:v>0.76795942</c:v>
                </c:pt>
                <c:pt idx="748">
                  <c:v>0.73417573</c:v>
                </c:pt>
                <c:pt idx="749">
                  <c:v>0.71601898</c:v>
                </c:pt>
                <c:pt idx="750">
                  <c:v>0.63165573</c:v>
                </c:pt>
                <c:pt idx="751">
                  <c:v>0.76505636</c:v>
                </c:pt>
                <c:pt idx="752">
                  <c:v>0.75630341</c:v>
                </c:pt>
                <c:pt idx="753">
                  <c:v>0.63480357</c:v>
                </c:pt>
                <c:pt idx="754">
                  <c:v>0.54230317</c:v>
                </c:pt>
                <c:pt idx="755">
                  <c:v>0.56426332</c:v>
                </c:pt>
                <c:pt idx="756">
                  <c:v>0.75261424</c:v>
                </c:pt>
                <c:pt idx="757">
                  <c:v>0.69122731</c:v>
                </c:pt>
                <c:pt idx="758">
                  <c:v>0.69914466</c:v>
                </c:pt>
                <c:pt idx="759">
                  <c:v>0.76557689</c:v>
                </c:pt>
                <c:pt idx="760">
                  <c:v>0.49462622</c:v>
                </c:pt>
                <c:pt idx="761">
                  <c:v>0.53792135</c:v>
                </c:pt>
                <c:pt idx="762">
                  <c:v>0.5159633</c:v>
                </c:pt>
                <c:pt idx="763">
                  <c:v>0.58132206</c:v>
                </c:pt>
                <c:pt idx="764">
                  <c:v>0.55173811</c:v>
                </c:pt>
                <c:pt idx="765">
                  <c:v>0.54942314</c:v>
                </c:pt>
                <c:pt idx="766">
                  <c:v>0.55679891</c:v>
                </c:pt>
                <c:pt idx="767">
                  <c:v>0.65447459</c:v>
                </c:pt>
                <c:pt idx="768">
                  <c:v>0.51882102</c:v>
                </c:pt>
                <c:pt idx="769">
                  <c:v>0.50693425</c:v>
                </c:pt>
                <c:pt idx="770">
                  <c:v>0.54762546</c:v>
                </c:pt>
                <c:pt idx="771">
                  <c:v>0.56075038</c:v>
                </c:pt>
                <c:pt idx="772">
                  <c:v>1.31989072</c:v>
                </c:pt>
                <c:pt idx="773">
                  <c:v>1.42117479</c:v>
                </c:pt>
                <c:pt idx="774">
                  <c:v>1.38126195</c:v>
                </c:pt>
                <c:pt idx="775">
                  <c:v>1.45616278</c:v>
                </c:pt>
                <c:pt idx="776">
                  <c:v>1.81590706</c:v>
                </c:pt>
                <c:pt idx="777">
                  <c:v>1.90305408</c:v>
                </c:pt>
                <c:pt idx="778">
                  <c:v>1.98913275</c:v>
                </c:pt>
                <c:pt idx="779">
                  <c:v>1.47332348</c:v>
                </c:pt>
                <c:pt idx="780">
                  <c:v>1.44860486</c:v>
                </c:pt>
                <c:pt idx="781">
                  <c:v>1.44089967</c:v>
                </c:pt>
                <c:pt idx="782">
                  <c:v>1.4377792</c:v>
                </c:pt>
                <c:pt idx="783">
                  <c:v>0.62697474</c:v>
                </c:pt>
                <c:pt idx="784">
                  <c:v>0.64005236</c:v>
                </c:pt>
                <c:pt idx="785">
                  <c:v>0.63070882</c:v>
                </c:pt>
                <c:pt idx="786">
                  <c:v>0.69254186</c:v>
                </c:pt>
                <c:pt idx="787">
                  <c:v>0.61240672</c:v>
                </c:pt>
                <c:pt idx="788">
                  <c:v>0.42235294</c:v>
                </c:pt>
                <c:pt idx="789">
                  <c:v>0.56164384</c:v>
                </c:pt>
                <c:pt idx="790">
                  <c:v>0.57357595</c:v>
                </c:pt>
                <c:pt idx="791">
                  <c:v>0.57471264</c:v>
                </c:pt>
                <c:pt idx="792">
                  <c:v>0.62202189</c:v>
                </c:pt>
                <c:pt idx="793">
                  <c:v>0.61996161</c:v>
                </c:pt>
                <c:pt idx="794">
                  <c:v>0.72370103</c:v>
                </c:pt>
                <c:pt idx="795">
                  <c:v>0.66131228</c:v>
                </c:pt>
                <c:pt idx="796">
                  <c:v>0.69343066</c:v>
                </c:pt>
                <c:pt idx="797">
                  <c:v>0.75925926</c:v>
                </c:pt>
                <c:pt idx="798">
                  <c:v>0.74874177</c:v>
                </c:pt>
                <c:pt idx="799">
                  <c:v>0.73086003</c:v>
                </c:pt>
                <c:pt idx="800">
                  <c:v>0.82877474</c:v>
                </c:pt>
                <c:pt idx="801">
                  <c:v>0.78322273</c:v>
                </c:pt>
                <c:pt idx="802">
                  <c:v>0.68751539</c:v>
                </c:pt>
                <c:pt idx="803">
                  <c:v>0.78846154</c:v>
                </c:pt>
                <c:pt idx="804">
                  <c:v>0.78848168</c:v>
                </c:pt>
                <c:pt idx="805">
                  <c:v>0.78791529</c:v>
                </c:pt>
                <c:pt idx="806">
                  <c:v>0.74376183</c:v>
                </c:pt>
                <c:pt idx="807">
                  <c:v>0.75817308</c:v>
                </c:pt>
                <c:pt idx="808">
                  <c:v>0.83761497</c:v>
                </c:pt>
                <c:pt idx="809">
                  <c:v>1.10354291</c:v>
                </c:pt>
                <c:pt idx="810">
                  <c:v>1.32810321</c:v>
                </c:pt>
                <c:pt idx="811">
                  <c:v>1.27906473</c:v>
                </c:pt>
                <c:pt idx="812">
                  <c:v>0.86366706</c:v>
                </c:pt>
                <c:pt idx="813">
                  <c:v>0.82384269</c:v>
                </c:pt>
                <c:pt idx="814">
                  <c:v>0.79490806</c:v>
                </c:pt>
                <c:pt idx="815">
                  <c:v>0.83645893</c:v>
                </c:pt>
                <c:pt idx="816">
                  <c:v>0.65891801</c:v>
                </c:pt>
                <c:pt idx="817">
                  <c:v>0.59425494</c:v>
                </c:pt>
                <c:pt idx="818">
                  <c:v>0.5697022</c:v>
                </c:pt>
                <c:pt idx="819">
                  <c:v>0.75291301</c:v>
                </c:pt>
                <c:pt idx="820">
                  <c:v>0.66094854</c:v>
                </c:pt>
                <c:pt idx="821">
                  <c:v>0.54973822</c:v>
                </c:pt>
                <c:pt idx="822">
                  <c:v>0.64001428</c:v>
                </c:pt>
                <c:pt idx="823">
                  <c:v>0.67743551</c:v>
                </c:pt>
                <c:pt idx="824">
                  <c:v>0.62044601</c:v>
                </c:pt>
                <c:pt idx="825">
                  <c:v>0.66251729</c:v>
                </c:pt>
                <c:pt idx="826">
                  <c:v>0.49191586</c:v>
                </c:pt>
                <c:pt idx="827">
                  <c:v>0.52051347</c:v>
                </c:pt>
                <c:pt idx="828">
                  <c:v>0.49456686</c:v>
                </c:pt>
                <c:pt idx="829">
                  <c:v>0.53222645</c:v>
                </c:pt>
                <c:pt idx="830">
                  <c:v>0.56440086</c:v>
                </c:pt>
                <c:pt idx="831">
                  <c:v>0.62916667</c:v>
                </c:pt>
                <c:pt idx="832">
                  <c:v>0.60757212</c:v>
                </c:pt>
                <c:pt idx="833">
                  <c:v>0.5567705</c:v>
                </c:pt>
                <c:pt idx="834">
                  <c:v>0.58346243</c:v>
                </c:pt>
                <c:pt idx="835">
                  <c:v>0.56394596</c:v>
                </c:pt>
                <c:pt idx="836">
                  <c:v>0.53383264</c:v>
                </c:pt>
                <c:pt idx="837">
                  <c:v>0.86259242</c:v>
                </c:pt>
                <c:pt idx="838">
                  <c:v>0.93151759</c:v>
                </c:pt>
                <c:pt idx="839">
                  <c:v>0.8551604</c:v>
                </c:pt>
                <c:pt idx="840">
                  <c:v>0.96287716</c:v>
                </c:pt>
                <c:pt idx="841">
                  <c:v>1.22275749</c:v>
                </c:pt>
                <c:pt idx="842">
                  <c:v>1.23380698</c:v>
                </c:pt>
                <c:pt idx="843">
                  <c:v>1.29243615</c:v>
                </c:pt>
                <c:pt idx="844">
                  <c:v>0.90561019</c:v>
                </c:pt>
                <c:pt idx="845">
                  <c:v>0.98650235</c:v>
                </c:pt>
                <c:pt idx="846">
                  <c:v>0.872087</c:v>
                </c:pt>
                <c:pt idx="847">
                  <c:v>0.89556501</c:v>
                </c:pt>
                <c:pt idx="848">
                  <c:v>0.61487073</c:v>
                </c:pt>
                <c:pt idx="849">
                  <c:v>0.58184951</c:v>
                </c:pt>
                <c:pt idx="850">
                  <c:v>0.59018987</c:v>
                </c:pt>
                <c:pt idx="851">
                  <c:v>0.61115048</c:v>
                </c:pt>
                <c:pt idx="852">
                  <c:v>0.52331492</c:v>
                </c:pt>
                <c:pt idx="853">
                  <c:v>0.501983</c:v>
                </c:pt>
                <c:pt idx="854">
                  <c:v>0.55404661</c:v>
                </c:pt>
                <c:pt idx="855">
                  <c:v>0.62010902</c:v>
                </c:pt>
                <c:pt idx="856">
                  <c:v>0.59847448</c:v>
                </c:pt>
                <c:pt idx="857">
                  <c:v>0.60709117</c:v>
                </c:pt>
                <c:pt idx="858">
                  <c:v>0.62453231</c:v>
                </c:pt>
                <c:pt idx="859">
                  <c:v>0.56445584</c:v>
                </c:pt>
                <c:pt idx="860">
                  <c:v>0.52002851</c:v>
                </c:pt>
                <c:pt idx="861">
                  <c:v>0.55049647</c:v>
                </c:pt>
                <c:pt idx="862">
                  <c:v>0.59431021</c:v>
                </c:pt>
                <c:pt idx="863">
                  <c:v>0.6157884</c:v>
                </c:pt>
                <c:pt idx="864">
                  <c:v>0.56144349</c:v>
                </c:pt>
                <c:pt idx="865">
                  <c:v>0.60030273</c:v>
                </c:pt>
                <c:pt idx="866">
                  <c:v>0.64198117</c:v>
                </c:pt>
                <c:pt idx="867">
                  <c:v>0.54560462</c:v>
                </c:pt>
                <c:pt idx="868">
                  <c:v>0.61255181</c:v>
                </c:pt>
                <c:pt idx="869">
                  <c:v>0.59110181</c:v>
                </c:pt>
                <c:pt idx="870">
                  <c:v>0.71024201</c:v>
                </c:pt>
                <c:pt idx="871">
                  <c:v>0.78875079</c:v>
                </c:pt>
                <c:pt idx="872">
                  <c:v>0.72526859</c:v>
                </c:pt>
                <c:pt idx="873">
                  <c:v>0.73869079</c:v>
                </c:pt>
                <c:pt idx="874">
                  <c:v>1.07775737</c:v>
                </c:pt>
                <c:pt idx="875">
                  <c:v>1.01086609</c:v>
                </c:pt>
                <c:pt idx="876">
                  <c:v>0.92290041</c:v>
                </c:pt>
                <c:pt idx="877">
                  <c:v>1.06489164</c:v>
                </c:pt>
                <c:pt idx="878">
                  <c:v>0.70928565</c:v>
                </c:pt>
                <c:pt idx="879">
                  <c:v>0.70778856</c:v>
                </c:pt>
                <c:pt idx="880">
                  <c:v>0.69690254</c:v>
                </c:pt>
                <c:pt idx="881">
                  <c:v>0.71414779</c:v>
                </c:pt>
                <c:pt idx="882">
                  <c:v>0.72272414</c:v>
                </c:pt>
                <c:pt idx="883">
                  <c:v>0.71727603</c:v>
                </c:pt>
                <c:pt idx="884">
                  <c:v>0.67251846</c:v>
                </c:pt>
                <c:pt idx="885">
                  <c:v>0.79798268</c:v>
                </c:pt>
                <c:pt idx="886">
                  <c:v>0.69426247</c:v>
                </c:pt>
                <c:pt idx="887">
                  <c:v>0.67295802</c:v>
                </c:pt>
                <c:pt idx="888">
                  <c:v>0.75500668</c:v>
                </c:pt>
                <c:pt idx="889">
                  <c:v>0.72210489</c:v>
                </c:pt>
                <c:pt idx="890">
                  <c:v>0.73077622</c:v>
                </c:pt>
                <c:pt idx="891">
                  <c:v>0.77162772</c:v>
                </c:pt>
                <c:pt idx="892">
                  <c:v>0.74273295</c:v>
                </c:pt>
                <c:pt idx="893">
                  <c:v>0.77939945</c:v>
                </c:pt>
                <c:pt idx="894">
                  <c:v>0.5095768</c:v>
                </c:pt>
                <c:pt idx="895">
                  <c:v>0.54841542</c:v>
                </c:pt>
                <c:pt idx="896">
                  <c:v>0.46850375</c:v>
                </c:pt>
                <c:pt idx="897">
                  <c:v>0.57691901</c:v>
                </c:pt>
                <c:pt idx="898">
                  <c:v>0.57414352</c:v>
                </c:pt>
                <c:pt idx="899">
                  <c:v>0.55729647</c:v>
                </c:pt>
                <c:pt idx="900">
                  <c:v>0.52865813</c:v>
                </c:pt>
                <c:pt idx="901">
                  <c:v>0.60891163</c:v>
                </c:pt>
                <c:pt idx="902">
                  <c:v>0.55204438</c:v>
                </c:pt>
                <c:pt idx="903">
                  <c:v>0.56140235</c:v>
                </c:pt>
                <c:pt idx="904">
                  <c:v>0.6080688</c:v>
                </c:pt>
                <c:pt idx="905">
                  <c:v>0.56495663</c:v>
                </c:pt>
                <c:pt idx="906">
                  <c:v>1.37723456</c:v>
                </c:pt>
                <c:pt idx="907">
                  <c:v>1.4070407</c:v>
                </c:pt>
                <c:pt idx="908">
                  <c:v>1.31129728</c:v>
                </c:pt>
                <c:pt idx="909">
                  <c:v>1.46910484</c:v>
                </c:pt>
                <c:pt idx="910">
                  <c:v>1.89158026</c:v>
                </c:pt>
                <c:pt idx="911">
                  <c:v>1.82138566</c:v>
                </c:pt>
                <c:pt idx="912">
                  <c:v>1.97768201</c:v>
                </c:pt>
                <c:pt idx="913">
                  <c:v>1.46701245</c:v>
                </c:pt>
                <c:pt idx="914">
                  <c:v>1.45158028</c:v>
                </c:pt>
                <c:pt idx="915">
                  <c:v>1.53999693</c:v>
                </c:pt>
                <c:pt idx="916">
                  <c:v>1.47873892</c:v>
                </c:pt>
                <c:pt idx="917">
                  <c:v>0.68849589</c:v>
                </c:pt>
                <c:pt idx="918">
                  <c:v>0.72966846</c:v>
                </c:pt>
                <c:pt idx="919">
                  <c:v>0.70984163</c:v>
                </c:pt>
                <c:pt idx="920">
                  <c:v>0.80780421</c:v>
                </c:pt>
                <c:pt idx="921">
                  <c:v>0.65137615</c:v>
                </c:pt>
                <c:pt idx="922">
                  <c:v>0.55833654</c:v>
                </c:pt>
                <c:pt idx="923">
                  <c:v>0.72648625</c:v>
                </c:pt>
                <c:pt idx="924">
                  <c:v>0.80541103</c:v>
                </c:pt>
                <c:pt idx="925">
                  <c:v>0.71262495</c:v>
                </c:pt>
                <c:pt idx="926">
                  <c:v>0.80478192</c:v>
                </c:pt>
                <c:pt idx="927">
                  <c:v>0.77342473</c:v>
                </c:pt>
                <c:pt idx="928">
                  <c:v>0.76811932</c:v>
                </c:pt>
                <c:pt idx="929">
                  <c:v>0.80900127</c:v>
                </c:pt>
                <c:pt idx="930">
                  <c:v>0.85923244</c:v>
                </c:pt>
                <c:pt idx="931">
                  <c:v>0.83678135</c:v>
                </c:pt>
                <c:pt idx="932">
                  <c:v>0.82103611</c:v>
                </c:pt>
                <c:pt idx="933">
                  <c:v>0.82600657</c:v>
                </c:pt>
                <c:pt idx="934">
                  <c:v>0.83970199</c:v>
                </c:pt>
                <c:pt idx="935">
                  <c:v>0.80676071</c:v>
                </c:pt>
                <c:pt idx="936">
                  <c:v>0.92722093</c:v>
                </c:pt>
                <c:pt idx="937">
                  <c:v>0.91280398</c:v>
                </c:pt>
                <c:pt idx="938">
                  <c:v>0.79657337</c:v>
                </c:pt>
                <c:pt idx="939">
                  <c:v>0.80641014</c:v>
                </c:pt>
                <c:pt idx="940">
                  <c:v>0.84881869</c:v>
                </c:pt>
                <c:pt idx="941">
                  <c:v>0.86870639</c:v>
                </c:pt>
                <c:pt idx="942">
                  <c:v>1.11072348</c:v>
                </c:pt>
                <c:pt idx="943">
                  <c:v>1.14529697</c:v>
                </c:pt>
                <c:pt idx="944">
                  <c:v>1.22007015</c:v>
                </c:pt>
                <c:pt idx="945">
                  <c:v>0.82762448</c:v>
                </c:pt>
                <c:pt idx="946">
                  <c:v>0.8268262</c:v>
                </c:pt>
                <c:pt idx="947">
                  <c:v>0.92434965</c:v>
                </c:pt>
                <c:pt idx="948">
                  <c:v>0.91174491</c:v>
                </c:pt>
                <c:pt idx="949">
                  <c:v>0.69345749</c:v>
                </c:pt>
                <c:pt idx="950">
                  <c:v>0.65797286</c:v>
                </c:pt>
                <c:pt idx="951">
                  <c:v>0.698707</c:v>
                </c:pt>
                <c:pt idx="952">
                  <c:v>0.73106109</c:v>
                </c:pt>
                <c:pt idx="953">
                  <c:v>0.62301328</c:v>
                </c:pt>
                <c:pt idx="954">
                  <c:v>0.66801386</c:v>
                </c:pt>
                <c:pt idx="955">
                  <c:v>0.63425209</c:v>
                </c:pt>
                <c:pt idx="956">
                  <c:v>0.73692552</c:v>
                </c:pt>
                <c:pt idx="957">
                  <c:v>0.61606878</c:v>
                </c:pt>
                <c:pt idx="958">
                  <c:v>0.68259786</c:v>
                </c:pt>
                <c:pt idx="959">
                  <c:v>0.6989339</c:v>
                </c:pt>
                <c:pt idx="960">
                  <c:v>0.48203179</c:v>
                </c:pt>
                <c:pt idx="961">
                  <c:v>0.54409407</c:v>
                </c:pt>
                <c:pt idx="962">
                  <c:v>0.50778354</c:v>
                </c:pt>
                <c:pt idx="963">
                  <c:v>0.52897229</c:v>
                </c:pt>
                <c:pt idx="964">
                  <c:v>0.57467043</c:v>
                </c:pt>
                <c:pt idx="965">
                  <c:v>0.5466256</c:v>
                </c:pt>
                <c:pt idx="966">
                  <c:v>0.56106447</c:v>
                </c:pt>
                <c:pt idx="967">
                  <c:v>0.59165562</c:v>
                </c:pt>
                <c:pt idx="968">
                  <c:v>0.55272637</c:v>
                </c:pt>
                <c:pt idx="969">
                  <c:v>0.65119564</c:v>
                </c:pt>
                <c:pt idx="970">
                  <c:v>0.60113309</c:v>
                </c:pt>
                <c:pt idx="971">
                  <c:v>0.80865767</c:v>
                </c:pt>
                <c:pt idx="972">
                  <c:v>0.85444024</c:v>
                </c:pt>
                <c:pt idx="973">
                  <c:v>0.82172814</c:v>
                </c:pt>
                <c:pt idx="974">
                  <c:v>0.86582956</c:v>
                </c:pt>
                <c:pt idx="975">
                  <c:v>1.14411284</c:v>
                </c:pt>
                <c:pt idx="976">
                  <c:v>1.14903442</c:v>
                </c:pt>
                <c:pt idx="977">
                  <c:v>0.97289866</c:v>
                </c:pt>
                <c:pt idx="978">
                  <c:v>1.21635244</c:v>
                </c:pt>
                <c:pt idx="979">
                  <c:v>0.8342011</c:v>
                </c:pt>
                <c:pt idx="980">
                  <c:v>0.8747773</c:v>
                </c:pt>
                <c:pt idx="981">
                  <c:v>0.90870764</c:v>
                </c:pt>
                <c:pt idx="982">
                  <c:v>0.89232415</c:v>
                </c:pt>
                <c:pt idx="983">
                  <c:v>0.57539065</c:v>
                </c:pt>
                <c:pt idx="984">
                  <c:v>0.63230689</c:v>
                </c:pt>
                <c:pt idx="985">
                  <c:v>0.55396359</c:v>
                </c:pt>
                <c:pt idx="986">
                  <c:v>0.62373329</c:v>
                </c:pt>
                <c:pt idx="987">
                  <c:v>0.53683022</c:v>
                </c:pt>
                <c:pt idx="988">
                  <c:v>0.55310845</c:v>
                </c:pt>
                <c:pt idx="989">
                  <c:v>0.64703353</c:v>
                </c:pt>
                <c:pt idx="990">
                  <c:v>0.66487171</c:v>
                </c:pt>
                <c:pt idx="991">
                  <c:v>0.60489314</c:v>
                </c:pt>
                <c:pt idx="992">
                  <c:v>0.59970458</c:v>
                </c:pt>
                <c:pt idx="993">
                  <c:v>0.5354383</c:v>
                </c:pt>
                <c:pt idx="994">
                  <c:v>0.52842967</c:v>
                </c:pt>
                <c:pt idx="995">
                  <c:v>0.54060803</c:v>
                </c:pt>
                <c:pt idx="996">
                  <c:v>0.5864736</c:v>
                </c:pt>
                <c:pt idx="997">
                  <c:v>0.59749272</c:v>
                </c:pt>
                <c:pt idx="998">
                  <c:v>0.65106096</c:v>
                </c:pt>
                <c:pt idx="999">
                  <c:v>0.60879369</c:v>
                </c:pt>
                <c:pt idx="1000">
                  <c:v>0.56949125</c:v>
                </c:pt>
                <c:pt idx="1001">
                  <c:v>0.63255177</c:v>
                </c:pt>
                <c:pt idx="1002">
                  <c:v>0.64222839</c:v>
                </c:pt>
                <c:pt idx="1003">
                  <c:v>0.6272393</c:v>
                </c:pt>
                <c:pt idx="1004">
                  <c:v>0.85215613</c:v>
                </c:pt>
                <c:pt idx="1005">
                  <c:v>0.95299987</c:v>
                </c:pt>
                <c:pt idx="1006">
                  <c:v>0.88889844</c:v>
                </c:pt>
                <c:pt idx="1007">
                  <c:v>0.98459281</c:v>
                </c:pt>
                <c:pt idx="1008">
                  <c:v>1.34232977</c:v>
                </c:pt>
                <c:pt idx="1009">
                  <c:v>1.57672575</c:v>
                </c:pt>
                <c:pt idx="1010">
                  <c:v>1.41425202</c:v>
                </c:pt>
                <c:pt idx="1011">
                  <c:v>0.88818799</c:v>
                </c:pt>
                <c:pt idx="1012">
                  <c:v>0.89815973</c:v>
                </c:pt>
                <c:pt idx="1013">
                  <c:v>0.88999231</c:v>
                </c:pt>
                <c:pt idx="1014">
                  <c:v>0.91145236</c:v>
                </c:pt>
                <c:pt idx="1015">
                  <c:v>0.8077096</c:v>
                </c:pt>
                <c:pt idx="1016">
                  <c:v>0.81673624</c:v>
                </c:pt>
                <c:pt idx="1017">
                  <c:v>0.78597786</c:v>
                </c:pt>
                <c:pt idx="1018">
                  <c:v>0.880062</c:v>
                </c:pt>
                <c:pt idx="1019">
                  <c:v>0.78171524</c:v>
                </c:pt>
                <c:pt idx="1020">
                  <c:v>0.73131094</c:v>
                </c:pt>
                <c:pt idx="1021">
                  <c:v>0.85708941</c:v>
                </c:pt>
                <c:pt idx="1022">
                  <c:v>0.86122449</c:v>
                </c:pt>
                <c:pt idx="1023">
                  <c:v>0.84259259</c:v>
                </c:pt>
                <c:pt idx="1024">
                  <c:v>0.80376907</c:v>
                </c:pt>
                <c:pt idx="1025">
                  <c:v>0.6248994</c:v>
                </c:pt>
                <c:pt idx="1026">
                  <c:v>0.6608931</c:v>
                </c:pt>
                <c:pt idx="1027">
                  <c:v>0.58323947</c:v>
                </c:pt>
                <c:pt idx="1028">
                  <c:v>0.68415842</c:v>
                </c:pt>
                <c:pt idx="1029">
                  <c:v>0.76321429</c:v>
                </c:pt>
                <c:pt idx="1030">
                  <c:v>0.68590128</c:v>
                </c:pt>
                <c:pt idx="1031">
                  <c:v>0.69610656</c:v>
                </c:pt>
                <c:pt idx="1032">
                  <c:v>0.67193922</c:v>
                </c:pt>
                <c:pt idx="1033">
                  <c:v>0.68624781</c:v>
                </c:pt>
                <c:pt idx="1034">
                  <c:v>0.75337838</c:v>
                </c:pt>
                <c:pt idx="1035">
                  <c:v>0.7073349</c:v>
                </c:pt>
                <c:pt idx="1036">
                  <c:v>1.1895979</c:v>
                </c:pt>
                <c:pt idx="1037">
                  <c:v>1.30736086</c:v>
                </c:pt>
                <c:pt idx="1038">
                  <c:v>1.23931788</c:v>
                </c:pt>
                <c:pt idx="1039">
                  <c:v>1.27276507</c:v>
                </c:pt>
                <c:pt idx="1040">
                  <c:v>1.705864</c:v>
                </c:pt>
                <c:pt idx="1041">
                  <c:v>1.78639745</c:v>
                </c:pt>
                <c:pt idx="1042">
                  <c:v>1.38489516</c:v>
                </c:pt>
                <c:pt idx="1043">
                  <c:v>1.39897597</c:v>
                </c:pt>
                <c:pt idx="1044">
                  <c:v>1.36339732</c:v>
                </c:pt>
                <c:pt idx="1045">
                  <c:v>1.36551078</c:v>
                </c:pt>
                <c:pt idx="1046">
                  <c:v>0.55720654</c:v>
                </c:pt>
                <c:pt idx="1047">
                  <c:v>0.53797935</c:v>
                </c:pt>
                <c:pt idx="1048">
                  <c:v>0.73577906</c:v>
                </c:pt>
                <c:pt idx="1049">
                  <c:v>0.52460457</c:v>
                </c:pt>
                <c:pt idx="1050">
                  <c:v>0.58240535</c:v>
                </c:pt>
                <c:pt idx="1051">
                  <c:v>0.67152256</c:v>
                </c:pt>
                <c:pt idx="1052">
                  <c:v>0.67850467</c:v>
                </c:pt>
                <c:pt idx="1053">
                  <c:v>0.72203261</c:v>
                </c:pt>
                <c:pt idx="1054">
                  <c:v>0.73221289</c:v>
                </c:pt>
                <c:pt idx="1055">
                  <c:v>0.61140315</c:v>
                </c:pt>
                <c:pt idx="1056">
                  <c:v>0.67482014</c:v>
                </c:pt>
                <c:pt idx="1057">
                  <c:v>0.72163342</c:v>
                </c:pt>
                <c:pt idx="1058">
                  <c:v>0.65897554</c:v>
                </c:pt>
                <c:pt idx="1059">
                  <c:v>0.72220472</c:v>
                </c:pt>
                <c:pt idx="1060">
                  <c:v>0.64817383</c:v>
                </c:pt>
                <c:pt idx="1061">
                  <c:v>0.83454894</c:v>
                </c:pt>
                <c:pt idx="1062">
                  <c:v>0.7027439</c:v>
                </c:pt>
                <c:pt idx="1063">
                  <c:v>0.86029903</c:v>
                </c:pt>
                <c:pt idx="1064">
                  <c:v>0.92206912</c:v>
                </c:pt>
                <c:pt idx="1065">
                  <c:v>0.8878062</c:v>
                </c:pt>
                <c:pt idx="1066">
                  <c:v>0.88999659</c:v>
                </c:pt>
                <c:pt idx="1067">
                  <c:v>1.24376446</c:v>
                </c:pt>
                <c:pt idx="1068">
                  <c:v>1.14680562</c:v>
                </c:pt>
                <c:pt idx="1069">
                  <c:v>1.38235928</c:v>
                </c:pt>
                <c:pt idx="1070">
                  <c:v>0.94276325</c:v>
                </c:pt>
                <c:pt idx="1071">
                  <c:v>0.96640896</c:v>
                </c:pt>
                <c:pt idx="1072">
                  <c:v>0.91700453</c:v>
                </c:pt>
                <c:pt idx="1073">
                  <c:v>0.87165443</c:v>
                </c:pt>
                <c:pt idx="1074">
                  <c:v>0.62295082</c:v>
                </c:pt>
                <c:pt idx="1075">
                  <c:v>0.5341186</c:v>
                </c:pt>
                <c:pt idx="1076">
                  <c:v>0.51915665</c:v>
                </c:pt>
                <c:pt idx="1077">
                  <c:v>0.5754176</c:v>
                </c:pt>
                <c:pt idx="1078">
                  <c:v>0.62420189</c:v>
                </c:pt>
                <c:pt idx="1079">
                  <c:v>0.59272919</c:v>
                </c:pt>
                <c:pt idx="1080">
                  <c:v>0.58880309</c:v>
                </c:pt>
                <c:pt idx="1081">
                  <c:v>0.5963209</c:v>
                </c:pt>
                <c:pt idx="1082">
                  <c:v>0.61323841</c:v>
                </c:pt>
                <c:pt idx="1083">
                  <c:v>0.58901408</c:v>
                </c:pt>
                <c:pt idx="1084">
                  <c:v>0.5300219</c:v>
                </c:pt>
                <c:pt idx="1085">
                  <c:v>0.52725437</c:v>
                </c:pt>
                <c:pt idx="1086">
                  <c:v>0.57968519</c:v>
                </c:pt>
                <c:pt idx="1087">
                  <c:v>0.61863469</c:v>
                </c:pt>
                <c:pt idx="1088">
                  <c:v>0.55099099</c:v>
                </c:pt>
                <c:pt idx="1089">
                  <c:v>0.56174131</c:v>
                </c:pt>
                <c:pt idx="1090">
                  <c:v>0.56630991</c:v>
                </c:pt>
                <c:pt idx="1091">
                  <c:v>0.57367796</c:v>
                </c:pt>
                <c:pt idx="1092">
                  <c:v>0.54428904</c:v>
                </c:pt>
                <c:pt idx="1093">
                  <c:v>0.63767808</c:v>
                </c:pt>
                <c:pt idx="1094">
                  <c:v>0.63554321</c:v>
                </c:pt>
                <c:pt idx="1095">
                  <c:v>0.62724304</c:v>
                </c:pt>
                <c:pt idx="1096">
                  <c:v>0.64299872</c:v>
                </c:pt>
                <c:pt idx="1097">
                  <c:v>0.65114192</c:v>
                </c:pt>
                <c:pt idx="1098">
                  <c:v>0.7024118</c:v>
                </c:pt>
                <c:pt idx="1099">
                  <c:v>0.94538489</c:v>
                </c:pt>
                <c:pt idx="1100">
                  <c:v>0.89386297</c:v>
                </c:pt>
                <c:pt idx="1101">
                  <c:v>0.70318841</c:v>
                </c:pt>
                <c:pt idx="1102">
                  <c:v>0.92760487</c:v>
                </c:pt>
                <c:pt idx="1103">
                  <c:v>0.66607068</c:v>
                </c:pt>
                <c:pt idx="1104">
                  <c:v>0.69157175</c:v>
                </c:pt>
                <c:pt idx="1105">
                  <c:v>0.67440361</c:v>
                </c:pt>
                <c:pt idx="1106">
                  <c:v>0.64344628</c:v>
                </c:pt>
                <c:pt idx="1107">
                  <c:v>0.68013954</c:v>
                </c:pt>
                <c:pt idx="1108">
                  <c:v>0.63828361</c:v>
                </c:pt>
                <c:pt idx="1109">
                  <c:v>0.64474435</c:v>
                </c:pt>
                <c:pt idx="1110">
                  <c:v>0.73693005</c:v>
                </c:pt>
                <c:pt idx="1111">
                  <c:v>0.68004695</c:v>
                </c:pt>
                <c:pt idx="1112">
                  <c:v>0.65052509</c:v>
                </c:pt>
                <c:pt idx="1113">
                  <c:v>0.67171717</c:v>
                </c:pt>
                <c:pt idx="1114">
                  <c:v>0.73448218</c:v>
                </c:pt>
                <c:pt idx="1115">
                  <c:v>0.74959481</c:v>
                </c:pt>
                <c:pt idx="1116">
                  <c:v>0.72697503</c:v>
                </c:pt>
                <c:pt idx="1117">
                  <c:v>0.73519347</c:v>
                </c:pt>
                <c:pt idx="1118">
                  <c:v>0.46268992</c:v>
                </c:pt>
                <c:pt idx="1119">
                  <c:v>0.48387897</c:v>
                </c:pt>
                <c:pt idx="1120">
                  <c:v>0.4850957</c:v>
                </c:pt>
                <c:pt idx="1121">
                  <c:v>0.5759069</c:v>
                </c:pt>
                <c:pt idx="1122">
                  <c:v>0.57572907</c:v>
                </c:pt>
                <c:pt idx="1123">
                  <c:v>0.55772994</c:v>
                </c:pt>
                <c:pt idx="1124">
                  <c:v>0.5229908</c:v>
                </c:pt>
                <c:pt idx="1125">
                  <c:v>0.5521115</c:v>
                </c:pt>
                <c:pt idx="1126">
                  <c:v>0.49121628</c:v>
                </c:pt>
                <c:pt idx="1127">
                  <c:v>0.52760736</c:v>
                </c:pt>
                <c:pt idx="1128">
                  <c:v>0.51828371</c:v>
                </c:pt>
                <c:pt idx="1129">
                  <c:v>0.57418198</c:v>
                </c:pt>
                <c:pt idx="1130">
                  <c:v>1.32388789</c:v>
                </c:pt>
                <c:pt idx="1131">
                  <c:v>1.33971481</c:v>
                </c:pt>
                <c:pt idx="1132">
                  <c:v>1.34633145</c:v>
                </c:pt>
                <c:pt idx="1133">
                  <c:v>1.3984573</c:v>
                </c:pt>
                <c:pt idx="1134">
                  <c:v>1.86509225</c:v>
                </c:pt>
                <c:pt idx="1135">
                  <c:v>1.92109729</c:v>
                </c:pt>
                <c:pt idx="1136">
                  <c:v>1.3627626</c:v>
                </c:pt>
                <c:pt idx="1137">
                  <c:v>1.54475183</c:v>
                </c:pt>
                <c:pt idx="1138">
                  <c:v>1.48840179</c:v>
                </c:pt>
                <c:pt idx="1139">
                  <c:v>1.456563</c:v>
                </c:pt>
                <c:pt idx="1140">
                  <c:v>0.75925926</c:v>
                </c:pt>
                <c:pt idx="1141">
                  <c:v>0.87739033</c:v>
                </c:pt>
                <c:pt idx="1142">
                  <c:v>0.75278859</c:v>
                </c:pt>
                <c:pt idx="1143">
                  <c:v>0.76193948</c:v>
                </c:pt>
                <c:pt idx="1144">
                  <c:v>0.64789399</c:v>
                </c:pt>
                <c:pt idx="1145">
                  <c:v>0.77583893</c:v>
                </c:pt>
                <c:pt idx="1146">
                  <c:v>0.62439207</c:v>
                </c:pt>
                <c:pt idx="1147">
                  <c:v>0.86200552</c:v>
                </c:pt>
                <c:pt idx="1148">
                  <c:v>0.73656345</c:v>
                </c:pt>
                <c:pt idx="1149">
                  <c:v>0.85964912</c:v>
                </c:pt>
                <c:pt idx="1150">
                  <c:v>0.75737941</c:v>
                </c:pt>
                <c:pt idx="1151">
                  <c:v>0.85334555</c:v>
                </c:pt>
                <c:pt idx="1152">
                  <c:v>0.83807141</c:v>
                </c:pt>
                <c:pt idx="1153">
                  <c:v>0.85512168</c:v>
                </c:pt>
                <c:pt idx="1154">
                  <c:v>0.82030075</c:v>
                </c:pt>
                <c:pt idx="1155">
                  <c:v>0.86997682</c:v>
                </c:pt>
                <c:pt idx="1156">
                  <c:v>0.72625698</c:v>
                </c:pt>
                <c:pt idx="1157">
                  <c:v>0.83232665</c:v>
                </c:pt>
                <c:pt idx="1158">
                  <c:v>0.82930662</c:v>
                </c:pt>
                <c:pt idx="1159">
                  <c:v>0.6877598</c:v>
                </c:pt>
                <c:pt idx="1160">
                  <c:v>0.73121533</c:v>
                </c:pt>
                <c:pt idx="1161">
                  <c:v>0.6978386</c:v>
                </c:pt>
                <c:pt idx="1162">
                  <c:v>0.74082935</c:v>
                </c:pt>
                <c:pt idx="1163">
                  <c:v>1.03146596</c:v>
                </c:pt>
                <c:pt idx="1164">
                  <c:v>1.1431135</c:v>
                </c:pt>
                <c:pt idx="1165">
                  <c:v>1.09025582</c:v>
                </c:pt>
                <c:pt idx="1166">
                  <c:v>0.73716826</c:v>
                </c:pt>
                <c:pt idx="1167">
                  <c:v>0.80027586</c:v>
                </c:pt>
                <c:pt idx="1168">
                  <c:v>0.80822435</c:v>
                </c:pt>
                <c:pt idx="1169">
                  <c:v>0.77754264</c:v>
                </c:pt>
                <c:pt idx="1170">
                  <c:v>0.62622733</c:v>
                </c:pt>
                <c:pt idx="1171">
                  <c:v>0.66611638</c:v>
                </c:pt>
                <c:pt idx="1172">
                  <c:v>0.62142686</c:v>
                </c:pt>
                <c:pt idx="1173">
                  <c:v>0.65782793</c:v>
                </c:pt>
                <c:pt idx="1174">
                  <c:v>0.59285127</c:v>
                </c:pt>
                <c:pt idx="1175">
                  <c:v>0.73500508</c:v>
                </c:pt>
                <c:pt idx="1176">
                  <c:v>0.72275813</c:v>
                </c:pt>
                <c:pt idx="1177">
                  <c:v>0.7245827</c:v>
                </c:pt>
                <c:pt idx="1178">
                  <c:v>0.50839212</c:v>
                </c:pt>
                <c:pt idx="1179">
                  <c:v>0.51071289</c:v>
                </c:pt>
                <c:pt idx="1180">
                  <c:v>0.43867054</c:v>
                </c:pt>
                <c:pt idx="1181">
                  <c:v>0.47423383</c:v>
                </c:pt>
                <c:pt idx="1182">
                  <c:v>0.53216374</c:v>
                </c:pt>
                <c:pt idx="1183">
                  <c:v>0.53806922</c:v>
                </c:pt>
                <c:pt idx="1184">
                  <c:v>0.53655952</c:v>
                </c:pt>
                <c:pt idx="1185">
                  <c:v>0.49935023</c:v>
                </c:pt>
                <c:pt idx="1186">
                  <c:v>0.56353444</c:v>
                </c:pt>
                <c:pt idx="1187">
                  <c:v>0.55120922</c:v>
                </c:pt>
                <c:pt idx="1188">
                  <c:v>0.72719289</c:v>
                </c:pt>
                <c:pt idx="1189">
                  <c:v>0.75914634</c:v>
                </c:pt>
                <c:pt idx="1190">
                  <c:v>0.71195652</c:v>
                </c:pt>
                <c:pt idx="1191">
                  <c:v>0.77743662</c:v>
                </c:pt>
                <c:pt idx="1192">
                  <c:v>1.02552872</c:v>
                </c:pt>
                <c:pt idx="1193">
                  <c:v>1.0</c:v>
                </c:pt>
                <c:pt idx="1194">
                  <c:v>1.10184426</c:v>
                </c:pt>
                <c:pt idx="1195">
                  <c:v>0.71817732</c:v>
                </c:pt>
                <c:pt idx="1196">
                  <c:v>0.75424414</c:v>
                </c:pt>
                <c:pt idx="1197">
                  <c:v>0.78534031</c:v>
                </c:pt>
                <c:pt idx="1198">
                  <c:v>0.81427633</c:v>
                </c:pt>
                <c:pt idx="1199">
                  <c:v>0.55947047</c:v>
                </c:pt>
                <c:pt idx="1200">
                  <c:v>0.59150531</c:v>
                </c:pt>
                <c:pt idx="1201">
                  <c:v>0.65032107</c:v>
                </c:pt>
                <c:pt idx="1202">
                  <c:v>0.64894652</c:v>
                </c:pt>
                <c:pt idx="1203">
                  <c:v>0.52147426</c:v>
                </c:pt>
                <c:pt idx="1204">
                  <c:v>0.54716981</c:v>
                </c:pt>
                <c:pt idx="1205">
                  <c:v>0.63047445</c:v>
                </c:pt>
                <c:pt idx="1206">
                  <c:v>0.50622665</c:v>
                </c:pt>
                <c:pt idx="1207">
                  <c:v>0.59595613</c:v>
                </c:pt>
                <c:pt idx="1208">
                  <c:v>0.66922369</c:v>
                </c:pt>
                <c:pt idx="1209">
                  <c:v>0.49237227</c:v>
                </c:pt>
                <c:pt idx="1210">
                  <c:v>0.50751252</c:v>
                </c:pt>
                <c:pt idx="1211">
                  <c:v>0.50705508</c:v>
                </c:pt>
                <c:pt idx="1212">
                  <c:v>0.59508683</c:v>
                </c:pt>
                <c:pt idx="1213">
                  <c:v>0.59391534</c:v>
                </c:pt>
                <c:pt idx="1214">
                  <c:v>0.53384279</c:v>
                </c:pt>
                <c:pt idx="1215">
                  <c:v>0.61989206</c:v>
                </c:pt>
                <c:pt idx="1216">
                  <c:v>0.53778069</c:v>
                </c:pt>
                <c:pt idx="1217">
                  <c:v>0.53180259</c:v>
                </c:pt>
                <c:pt idx="1218">
                  <c:v>0.58360258</c:v>
                </c:pt>
                <c:pt idx="1219">
                  <c:v>0.61792983</c:v>
                </c:pt>
                <c:pt idx="1220">
                  <c:v>0.71283871</c:v>
                </c:pt>
                <c:pt idx="1221">
                  <c:v>0.7748295</c:v>
                </c:pt>
                <c:pt idx="1222">
                  <c:v>0.72073579</c:v>
                </c:pt>
                <c:pt idx="1223">
                  <c:v>0.74817115</c:v>
                </c:pt>
                <c:pt idx="1224">
                  <c:v>1.03529326</c:v>
                </c:pt>
                <c:pt idx="1225">
                  <c:v>1.23301738</c:v>
                </c:pt>
                <c:pt idx="1226">
                  <c:v>1.18470359</c:v>
                </c:pt>
                <c:pt idx="1227">
                  <c:v>0.69129621</c:v>
                </c:pt>
                <c:pt idx="1228">
                  <c:v>0.75031969</c:v>
                </c:pt>
                <c:pt idx="1229">
                  <c:v>0.74899792</c:v>
                </c:pt>
                <c:pt idx="1230">
                  <c:v>0.69501058</c:v>
                </c:pt>
                <c:pt idx="1231">
                  <c:v>0.73322522</c:v>
                </c:pt>
                <c:pt idx="1232">
                  <c:v>0.63072568</c:v>
                </c:pt>
                <c:pt idx="1233">
                  <c:v>0.69934641</c:v>
                </c:pt>
                <c:pt idx="1234">
                  <c:v>0.7229246</c:v>
                </c:pt>
                <c:pt idx="1235">
                  <c:v>0.65695971</c:v>
                </c:pt>
                <c:pt idx="1236">
                  <c:v>0.66004766</c:v>
                </c:pt>
                <c:pt idx="1237">
                  <c:v>0.62896788</c:v>
                </c:pt>
                <c:pt idx="1238">
                  <c:v>0.6584633</c:v>
                </c:pt>
                <c:pt idx="1239">
                  <c:v>0.75672372</c:v>
                </c:pt>
                <c:pt idx="1240">
                  <c:v>0.72303388</c:v>
                </c:pt>
                <c:pt idx="1241">
                  <c:v>0.65050582</c:v>
                </c:pt>
                <c:pt idx="1242">
                  <c:v>0.51226428</c:v>
                </c:pt>
                <c:pt idx="1243">
                  <c:v>0.48807496</c:v>
                </c:pt>
                <c:pt idx="1244">
                  <c:v>0.45613024</c:v>
                </c:pt>
                <c:pt idx="1245">
                  <c:v>0.58136996</c:v>
                </c:pt>
                <c:pt idx="1246">
                  <c:v>0.60680454</c:v>
                </c:pt>
                <c:pt idx="1247">
                  <c:v>0.593162</c:v>
                </c:pt>
                <c:pt idx="1248">
                  <c:v>0.62481563</c:v>
                </c:pt>
                <c:pt idx="1249">
                  <c:v>0.56309963</c:v>
                </c:pt>
                <c:pt idx="1250">
                  <c:v>0.56471572</c:v>
                </c:pt>
                <c:pt idx="1251">
                  <c:v>0.5630171</c:v>
                </c:pt>
                <c:pt idx="1252">
                  <c:v>0.5791462</c:v>
                </c:pt>
                <c:pt idx="1253">
                  <c:v>1.31567006</c:v>
                </c:pt>
                <c:pt idx="1254">
                  <c:v>1.37679426</c:v>
                </c:pt>
                <c:pt idx="1255">
                  <c:v>1.29669485</c:v>
                </c:pt>
                <c:pt idx="1256">
                  <c:v>1.35109618</c:v>
                </c:pt>
                <c:pt idx="1257">
                  <c:v>1.74400671</c:v>
                </c:pt>
                <c:pt idx="1258">
                  <c:v>1.9437046</c:v>
                </c:pt>
                <c:pt idx="1259">
                  <c:v>1.90354445</c:v>
                </c:pt>
                <c:pt idx="1260">
                  <c:v>1.3631977</c:v>
                </c:pt>
                <c:pt idx="1261">
                  <c:v>1.46746988</c:v>
                </c:pt>
                <c:pt idx="1262">
                  <c:v>1.40649625</c:v>
                </c:pt>
                <c:pt idx="1263">
                  <c:v>1.45665066</c:v>
                </c:pt>
                <c:pt idx="1264">
                  <c:v>0.66123317</c:v>
                </c:pt>
                <c:pt idx="1265">
                  <c:v>0.49696049</c:v>
                </c:pt>
                <c:pt idx="1266">
                  <c:v>0.61846724</c:v>
                </c:pt>
                <c:pt idx="1267">
                  <c:v>0.6996904</c:v>
                </c:pt>
                <c:pt idx="1268">
                  <c:v>0.5283801</c:v>
                </c:pt>
                <c:pt idx="1269">
                  <c:v>0.57246149</c:v>
                </c:pt>
                <c:pt idx="1270">
                  <c:v>0.61653272</c:v>
                </c:pt>
                <c:pt idx="1271">
                  <c:v>0.64096512</c:v>
                </c:pt>
                <c:pt idx="1272">
                  <c:v>0.63505948</c:v>
                </c:pt>
                <c:pt idx="1273">
                  <c:v>0.67765191</c:v>
                </c:pt>
                <c:pt idx="1274">
                  <c:v>0.65145228</c:v>
                </c:pt>
                <c:pt idx="1275">
                  <c:v>0.70792814</c:v>
                </c:pt>
                <c:pt idx="1276">
                  <c:v>0.72715842</c:v>
                </c:pt>
                <c:pt idx="1277">
                  <c:v>0.84467243</c:v>
                </c:pt>
                <c:pt idx="1278">
                  <c:v>0.72828638</c:v>
                </c:pt>
                <c:pt idx="1279">
                  <c:v>0.8173258</c:v>
                </c:pt>
                <c:pt idx="1280">
                  <c:v>0.79189441</c:v>
                </c:pt>
                <c:pt idx="1281">
                  <c:v>0.72574158</c:v>
                </c:pt>
                <c:pt idx="1282">
                  <c:v>0.77522161</c:v>
                </c:pt>
                <c:pt idx="1283">
                  <c:v>0.74249104</c:v>
                </c:pt>
                <c:pt idx="1284">
                  <c:v>0.75004945</c:v>
                </c:pt>
                <c:pt idx="1285">
                  <c:v>0.83482743</c:v>
                </c:pt>
                <c:pt idx="1286">
                  <c:v>0.77230392</c:v>
                </c:pt>
                <c:pt idx="1287">
                  <c:v>0.83992077</c:v>
                </c:pt>
                <c:pt idx="1288">
                  <c:v>1.10405816</c:v>
                </c:pt>
                <c:pt idx="1289">
                  <c:v>1.33889507</c:v>
                </c:pt>
                <c:pt idx="1290">
                  <c:v>1.29897377</c:v>
                </c:pt>
                <c:pt idx="1291">
                  <c:v>0.87384736</c:v>
                </c:pt>
                <c:pt idx="1292">
                  <c:v>0.84942557</c:v>
                </c:pt>
                <c:pt idx="1293">
                  <c:v>0.89965355</c:v>
                </c:pt>
                <c:pt idx="1294">
                  <c:v>0.84441476</c:v>
                </c:pt>
                <c:pt idx="1295">
                  <c:v>0.66369379</c:v>
                </c:pt>
                <c:pt idx="1296">
                  <c:v>0.61177715</c:v>
                </c:pt>
                <c:pt idx="1297">
                  <c:v>0.62894637</c:v>
                </c:pt>
                <c:pt idx="1298">
                  <c:v>0.76911289</c:v>
                </c:pt>
                <c:pt idx="1299">
                  <c:v>0.69168247</c:v>
                </c:pt>
                <c:pt idx="1300">
                  <c:v>0.70122526</c:v>
                </c:pt>
                <c:pt idx="1301">
                  <c:v>0.63396831</c:v>
                </c:pt>
                <c:pt idx="1302">
                  <c:v>0.6641791</c:v>
                </c:pt>
                <c:pt idx="1303">
                  <c:v>0.70443889</c:v>
                </c:pt>
                <c:pt idx="1304">
                  <c:v>0.72763819</c:v>
                </c:pt>
                <c:pt idx="1305">
                  <c:v>0.51449953</c:v>
                </c:pt>
                <c:pt idx="1306">
                  <c:v>0.48160799</c:v>
                </c:pt>
                <c:pt idx="1307">
                  <c:v>0.47439204</c:v>
                </c:pt>
                <c:pt idx="1308">
                  <c:v>0.5618308</c:v>
                </c:pt>
                <c:pt idx="1309">
                  <c:v>0.57959417</c:v>
                </c:pt>
                <c:pt idx="1310">
                  <c:v>0.5198939</c:v>
                </c:pt>
                <c:pt idx="1311">
                  <c:v>0.60541346</c:v>
                </c:pt>
                <c:pt idx="1312">
                  <c:v>0.56192372</c:v>
                </c:pt>
                <c:pt idx="1313">
                  <c:v>0.54959844</c:v>
                </c:pt>
                <c:pt idx="1314">
                  <c:v>0.57758134</c:v>
                </c:pt>
                <c:pt idx="1315">
                  <c:v>0.57522578</c:v>
                </c:pt>
                <c:pt idx="1316">
                  <c:v>0.80768224</c:v>
                </c:pt>
                <c:pt idx="1317">
                  <c:v>0.8365897</c:v>
                </c:pt>
                <c:pt idx="1318">
                  <c:v>0.80697972</c:v>
                </c:pt>
                <c:pt idx="1319">
                  <c:v>0.88266685</c:v>
                </c:pt>
                <c:pt idx="1320">
                  <c:v>1.16528852</c:v>
                </c:pt>
                <c:pt idx="1321">
                  <c:v>1.20426734</c:v>
                </c:pt>
                <c:pt idx="1322">
                  <c:v>1.21548058</c:v>
                </c:pt>
                <c:pt idx="1323">
                  <c:v>0.84105668</c:v>
                </c:pt>
                <c:pt idx="1324">
                  <c:v>0.88899083</c:v>
                </c:pt>
                <c:pt idx="1325">
                  <c:v>0.90119358</c:v>
                </c:pt>
                <c:pt idx="1326">
                  <c:v>0.86052563</c:v>
                </c:pt>
                <c:pt idx="1327">
                  <c:v>0.59031024</c:v>
                </c:pt>
                <c:pt idx="1328">
                  <c:v>0.6031339</c:v>
                </c:pt>
                <c:pt idx="1329">
                  <c:v>0.5323899</c:v>
                </c:pt>
                <c:pt idx="1330">
                  <c:v>0.60015456</c:v>
                </c:pt>
                <c:pt idx="1331">
                  <c:v>0.49546937</c:v>
                </c:pt>
                <c:pt idx="1332">
                  <c:v>0.48901903</c:v>
                </c:pt>
                <c:pt idx="1333">
                  <c:v>0.51335762</c:v>
                </c:pt>
                <c:pt idx="1334">
                  <c:v>0.58175613</c:v>
                </c:pt>
                <c:pt idx="1335">
                  <c:v>0.60492886</c:v>
                </c:pt>
                <c:pt idx="1336">
                  <c:v>0.65789061</c:v>
                </c:pt>
                <c:pt idx="1337">
                  <c:v>0.58750188</c:v>
                </c:pt>
                <c:pt idx="1338">
                  <c:v>0.54186776</c:v>
                </c:pt>
                <c:pt idx="1339">
                  <c:v>0.54059707</c:v>
                </c:pt>
                <c:pt idx="1340">
                  <c:v>0.52655427</c:v>
                </c:pt>
                <c:pt idx="1341">
                  <c:v>0.56953642</c:v>
                </c:pt>
                <c:pt idx="1342">
                  <c:v>0.56333094</c:v>
                </c:pt>
                <c:pt idx="1343">
                  <c:v>0.51509769</c:v>
                </c:pt>
                <c:pt idx="1344">
                  <c:v>0.62372511</c:v>
                </c:pt>
                <c:pt idx="1345">
                  <c:v>0.55518179</c:v>
                </c:pt>
                <c:pt idx="1346">
                  <c:v>0.52463942</c:v>
                </c:pt>
                <c:pt idx="1347">
                  <c:v>0.61658477</c:v>
                </c:pt>
                <c:pt idx="1348">
                  <c:v>0.5964991</c:v>
                </c:pt>
                <c:pt idx="1349">
                  <c:v>0.78255838</c:v>
                </c:pt>
                <c:pt idx="1350">
                  <c:v>0.82840793</c:v>
                </c:pt>
                <c:pt idx="1351">
                  <c:v>0.76949874</c:v>
                </c:pt>
                <c:pt idx="1352">
                  <c:v>0.8763918</c:v>
                </c:pt>
                <c:pt idx="1353">
                  <c:v>1.11840314</c:v>
                </c:pt>
                <c:pt idx="1354">
                  <c:v>1.08732594</c:v>
                </c:pt>
                <c:pt idx="1355">
                  <c:v>1.01560284</c:v>
                </c:pt>
                <c:pt idx="1356">
                  <c:v>1.180277</c:v>
                </c:pt>
                <c:pt idx="1357">
                  <c:v>0.82726924</c:v>
                </c:pt>
                <c:pt idx="1358">
                  <c:v>0.76468787</c:v>
                </c:pt>
                <c:pt idx="1359">
                  <c:v>0.80557048</c:v>
                </c:pt>
                <c:pt idx="1360">
                  <c:v>0.79062216</c:v>
                </c:pt>
                <c:pt idx="1361">
                  <c:v>0.74405748</c:v>
                </c:pt>
                <c:pt idx="1362">
                  <c:v>0.72281853</c:v>
                </c:pt>
                <c:pt idx="1363">
                  <c:v>0.75025957</c:v>
                </c:pt>
                <c:pt idx="1364">
                  <c:v>0.82575956</c:v>
                </c:pt>
                <c:pt idx="1365">
                  <c:v>0.68324727</c:v>
                </c:pt>
                <c:pt idx="1366">
                  <c:v>0.70173298</c:v>
                </c:pt>
                <c:pt idx="1367">
                  <c:v>0.74063151</c:v>
                </c:pt>
                <c:pt idx="1368">
                  <c:v>0.74462448</c:v>
                </c:pt>
                <c:pt idx="1369">
                  <c:v>0.73510389</c:v>
                </c:pt>
                <c:pt idx="1370">
                  <c:v>0.7561823</c:v>
                </c:pt>
                <c:pt idx="1371">
                  <c:v>0.78663065</c:v>
                </c:pt>
                <c:pt idx="1372">
                  <c:v>0.5483738</c:v>
                </c:pt>
                <c:pt idx="1373">
                  <c:v>0.56686976</c:v>
                </c:pt>
                <c:pt idx="1374">
                  <c:v>0.5035553</c:v>
                </c:pt>
                <c:pt idx="1375">
                  <c:v>0.64898248</c:v>
                </c:pt>
                <c:pt idx="1376">
                  <c:v>0.60589837</c:v>
                </c:pt>
                <c:pt idx="1377">
                  <c:v>0.62867466</c:v>
                </c:pt>
                <c:pt idx="1378">
                  <c:v>0.65698219</c:v>
                </c:pt>
                <c:pt idx="1379">
                  <c:v>0.57211961</c:v>
                </c:pt>
                <c:pt idx="1380">
                  <c:v>0.57825735</c:v>
                </c:pt>
                <c:pt idx="1381">
                  <c:v>0.60505363</c:v>
                </c:pt>
                <c:pt idx="1382">
                  <c:v>0.63594371</c:v>
                </c:pt>
                <c:pt idx="1383">
                  <c:v>1.44743948</c:v>
                </c:pt>
                <c:pt idx="1384">
                  <c:v>1.52990015</c:v>
                </c:pt>
                <c:pt idx="1385">
                  <c:v>1.41385845</c:v>
                </c:pt>
                <c:pt idx="1386">
                  <c:v>1.5579366</c:v>
                </c:pt>
                <c:pt idx="1387">
                  <c:v>1.9526271</c:v>
                </c:pt>
                <c:pt idx="1388">
                  <c:v>1.94082057</c:v>
                </c:pt>
                <c:pt idx="1389">
                  <c:v>2.00326672</c:v>
                </c:pt>
                <c:pt idx="1390">
                  <c:v>1.57632634</c:v>
                </c:pt>
                <c:pt idx="1391">
                  <c:v>1.56539283</c:v>
                </c:pt>
                <c:pt idx="1392">
                  <c:v>1.62501093</c:v>
                </c:pt>
                <c:pt idx="1393">
                  <c:v>1.55081616</c:v>
                </c:pt>
                <c:pt idx="1394">
                  <c:v>0.74544099</c:v>
                </c:pt>
                <c:pt idx="1395">
                  <c:v>0.71909615</c:v>
                </c:pt>
                <c:pt idx="1396">
                  <c:v>0.73243629</c:v>
                </c:pt>
                <c:pt idx="1397">
                  <c:v>0.82157018</c:v>
                </c:pt>
                <c:pt idx="1398">
                  <c:v>0.63357245</c:v>
                </c:pt>
                <c:pt idx="1399">
                  <c:v>0.57803738</c:v>
                </c:pt>
                <c:pt idx="1400">
                  <c:v>0.6047721</c:v>
                </c:pt>
                <c:pt idx="1401">
                  <c:v>0.73496976</c:v>
                </c:pt>
                <c:pt idx="1402">
                  <c:v>0.66061504</c:v>
                </c:pt>
                <c:pt idx="1403">
                  <c:v>0.7274365</c:v>
                </c:pt>
                <c:pt idx="1404">
                  <c:v>0.83851609</c:v>
                </c:pt>
                <c:pt idx="1405">
                  <c:v>0.81981068</c:v>
                </c:pt>
                <c:pt idx="1406">
                  <c:v>0.85035793</c:v>
                </c:pt>
                <c:pt idx="1407">
                  <c:v>0.7645839</c:v>
                </c:pt>
                <c:pt idx="1408">
                  <c:v>0.93569019</c:v>
                </c:pt>
                <c:pt idx="1409">
                  <c:v>0.84513669</c:v>
                </c:pt>
                <c:pt idx="1410">
                  <c:v>0.80916282</c:v>
                </c:pt>
                <c:pt idx="1411">
                  <c:v>0.85754563</c:v>
                </c:pt>
                <c:pt idx="1412">
                  <c:v>0.88767514</c:v>
                </c:pt>
                <c:pt idx="1413">
                  <c:v>0.88611677</c:v>
                </c:pt>
                <c:pt idx="1414">
                  <c:v>0.99866274</c:v>
                </c:pt>
                <c:pt idx="1415">
                  <c:v>0.96242202</c:v>
                </c:pt>
                <c:pt idx="1416">
                  <c:v>0.83132818</c:v>
                </c:pt>
                <c:pt idx="1417">
                  <c:v>0.83077988</c:v>
                </c:pt>
                <c:pt idx="1418">
                  <c:v>0.79843988</c:v>
                </c:pt>
                <c:pt idx="1419">
                  <c:v>0.89788155</c:v>
                </c:pt>
                <c:pt idx="1420">
                  <c:v>1.12552604</c:v>
                </c:pt>
                <c:pt idx="1421">
                  <c:v>1.32170543</c:v>
                </c:pt>
                <c:pt idx="1422">
                  <c:v>1.17189472</c:v>
                </c:pt>
                <c:pt idx="1423">
                  <c:v>0.84387487</c:v>
                </c:pt>
                <c:pt idx="1424">
                  <c:v>0.85690141</c:v>
                </c:pt>
                <c:pt idx="1425">
                  <c:v>0.92387662</c:v>
                </c:pt>
                <c:pt idx="1426">
                  <c:v>0.89179302</c:v>
                </c:pt>
                <c:pt idx="1427">
                  <c:v>0.67936333</c:v>
                </c:pt>
                <c:pt idx="1428">
                  <c:v>0.65582113</c:v>
                </c:pt>
                <c:pt idx="1429">
                  <c:v>0.69668215</c:v>
                </c:pt>
                <c:pt idx="1430">
                  <c:v>0.72669167</c:v>
                </c:pt>
                <c:pt idx="1431">
                  <c:v>0.67785362</c:v>
                </c:pt>
                <c:pt idx="1432">
                  <c:v>0.65190525</c:v>
                </c:pt>
                <c:pt idx="1433">
                  <c:v>0.63807754</c:v>
                </c:pt>
                <c:pt idx="1434">
                  <c:v>0.68733744</c:v>
                </c:pt>
                <c:pt idx="1435">
                  <c:v>0.7248026</c:v>
                </c:pt>
                <c:pt idx="1436">
                  <c:v>0.73759928</c:v>
                </c:pt>
                <c:pt idx="1437">
                  <c:v>0.72339276</c:v>
                </c:pt>
                <c:pt idx="1438">
                  <c:v>0.52208075</c:v>
                </c:pt>
                <c:pt idx="1439">
                  <c:v>0.48077524</c:v>
                </c:pt>
                <c:pt idx="1440">
                  <c:v>0.48626562</c:v>
                </c:pt>
                <c:pt idx="1441">
                  <c:v>0.54569749</c:v>
                </c:pt>
                <c:pt idx="1442">
                  <c:v>0.59337096</c:v>
                </c:pt>
                <c:pt idx="1443">
                  <c:v>0.52673064</c:v>
                </c:pt>
                <c:pt idx="1444">
                  <c:v>0.55239478</c:v>
                </c:pt>
                <c:pt idx="1445">
                  <c:v>0.5933391</c:v>
                </c:pt>
                <c:pt idx="1446">
                  <c:v>0.54164048</c:v>
                </c:pt>
                <c:pt idx="1447">
                  <c:v>0.56175575</c:v>
                </c:pt>
                <c:pt idx="1448">
                  <c:v>0.60457128</c:v>
                </c:pt>
                <c:pt idx="1449">
                  <c:v>0.86096272</c:v>
                </c:pt>
                <c:pt idx="1450">
                  <c:v>0.93990003</c:v>
                </c:pt>
                <c:pt idx="1451">
                  <c:v>0.86486259</c:v>
                </c:pt>
                <c:pt idx="1452">
                  <c:v>0.95130463</c:v>
                </c:pt>
                <c:pt idx="1453">
                  <c:v>1.20059011</c:v>
                </c:pt>
                <c:pt idx="1454">
                  <c:v>1.31119032</c:v>
                </c:pt>
                <c:pt idx="1455">
                  <c:v>1.28726094</c:v>
                </c:pt>
                <c:pt idx="1456">
                  <c:v>0.93975172</c:v>
                </c:pt>
                <c:pt idx="1457">
                  <c:v>0.94859849</c:v>
                </c:pt>
                <c:pt idx="1458">
                  <c:v>0.95655672</c:v>
                </c:pt>
                <c:pt idx="1459">
                  <c:v>0.91904344</c:v>
                </c:pt>
                <c:pt idx="1460">
                  <c:v>0.67444231</c:v>
                </c:pt>
                <c:pt idx="1461">
                  <c:v>0.63671826</c:v>
                </c:pt>
                <c:pt idx="1462">
                  <c:v>0.60102391</c:v>
                </c:pt>
                <c:pt idx="1463">
                  <c:v>0.68389626</c:v>
                </c:pt>
                <c:pt idx="1464">
                  <c:v>0.56603774</c:v>
                </c:pt>
                <c:pt idx="1465">
                  <c:v>0.59509994</c:v>
                </c:pt>
                <c:pt idx="1466">
                  <c:v>0.57789395</c:v>
                </c:pt>
                <c:pt idx="1467">
                  <c:v>0.61573499</c:v>
                </c:pt>
                <c:pt idx="1468">
                  <c:v>0.6876602</c:v>
                </c:pt>
                <c:pt idx="1469">
                  <c:v>0.6027533</c:v>
                </c:pt>
                <c:pt idx="1470">
                  <c:v>0.64244631</c:v>
                </c:pt>
                <c:pt idx="1471">
                  <c:v>0.58168986</c:v>
                </c:pt>
                <c:pt idx="1472">
                  <c:v>0.58383158</c:v>
                </c:pt>
                <c:pt idx="1473">
                  <c:v>0.56801377</c:v>
                </c:pt>
                <c:pt idx="1474">
                  <c:v>0.62669887</c:v>
                </c:pt>
                <c:pt idx="1475">
                  <c:v>0.61091918</c:v>
                </c:pt>
                <c:pt idx="1476">
                  <c:v>0.58701726</c:v>
                </c:pt>
                <c:pt idx="1477">
                  <c:v>0.63785543</c:v>
                </c:pt>
                <c:pt idx="1478">
                  <c:v>0.63159542</c:v>
                </c:pt>
                <c:pt idx="1479">
                  <c:v>0.61452554</c:v>
                </c:pt>
                <c:pt idx="1480">
                  <c:v>0.6555923</c:v>
                </c:pt>
                <c:pt idx="1481">
                  <c:v>0.67745159</c:v>
                </c:pt>
                <c:pt idx="1482">
                  <c:v>0.94169468</c:v>
                </c:pt>
                <c:pt idx="1483">
                  <c:v>0.93020341</c:v>
                </c:pt>
                <c:pt idx="1484">
                  <c:v>0.88770335</c:v>
                </c:pt>
                <c:pt idx="1485">
                  <c:v>0.98528673</c:v>
                </c:pt>
                <c:pt idx="1486">
                  <c:v>1.38665039</c:v>
                </c:pt>
                <c:pt idx="1487">
                  <c:v>1.55367069</c:v>
                </c:pt>
                <c:pt idx="1488">
                  <c:v>1.43688667</c:v>
                </c:pt>
                <c:pt idx="1489">
                  <c:v>0.95637615</c:v>
                </c:pt>
                <c:pt idx="1490">
                  <c:v>0.95045545</c:v>
                </c:pt>
                <c:pt idx="1491">
                  <c:v>0.92578179</c:v>
                </c:pt>
                <c:pt idx="1492">
                  <c:v>0.95625394</c:v>
                </c:pt>
                <c:pt idx="1493">
                  <c:v>0.86688999</c:v>
                </c:pt>
                <c:pt idx="1494">
                  <c:v>0.83916007</c:v>
                </c:pt>
                <c:pt idx="1495">
                  <c:v>0.82920962</c:v>
                </c:pt>
                <c:pt idx="1496">
                  <c:v>0.91880597</c:v>
                </c:pt>
                <c:pt idx="1497">
                  <c:v>0.72950975</c:v>
                </c:pt>
                <c:pt idx="1498">
                  <c:v>0.90451161</c:v>
                </c:pt>
                <c:pt idx="1499">
                  <c:v>0.94520941</c:v>
                </c:pt>
                <c:pt idx="1500">
                  <c:v>0.91733333</c:v>
                </c:pt>
                <c:pt idx="1501">
                  <c:v>0.78355263</c:v>
                </c:pt>
                <c:pt idx="1502">
                  <c:v>0.84217566</c:v>
                </c:pt>
                <c:pt idx="1503">
                  <c:v>0.84956617</c:v>
                </c:pt>
                <c:pt idx="1504">
                  <c:v>0.59182294</c:v>
                </c:pt>
                <c:pt idx="1505">
                  <c:v>0.62787412</c:v>
                </c:pt>
                <c:pt idx="1506">
                  <c:v>0.63078119</c:v>
                </c:pt>
                <c:pt idx="1507">
                  <c:v>0.6736506</c:v>
                </c:pt>
                <c:pt idx="1508">
                  <c:v>0.69896336</c:v>
                </c:pt>
                <c:pt idx="1509">
                  <c:v>0.76207792</c:v>
                </c:pt>
                <c:pt idx="1510">
                  <c:v>0.76961201</c:v>
                </c:pt>
                <c:pt idx="1511">
                  <c:v>0.66356017</c:v>
                </c:pt>
                <c:pt idx="1512">
                  <c:v>0.64069628</c:v>
                </c:pt>
                <c:pt idx="1513">
                  <c:v>0.71200938</c:v>
                </c:pt>
                <c:pt idx="1514">
                  <c:v>0.70041911</c:v>
                </c:pt>
                <c:pt idx="1515">
                  <c:v>1.29044946</c:v>
                </c:pt>
                <c:pt idx="1516">
                  <c:v>1.31647689</c:v>
                </c:pt>
                <c:pt idx="1517">
                  <c:v>1.29256771</c:v>
                </c:pt>
                <c:pt idx="1518">
                  <c:v>1.35255178</c:v>
                </c:pt>
                <c:pt idx="1519">
                  <c:v>1.72987226</c:v>
                </c:pt>
                <c:pt idx="1520">
                  <c:v>1.71987952</c:v>
                </c:pt>
                <c:pt idx="1521">
                  <c:v>1.75445792</c:v>
                </c:pt>
                <c:pt idx="1522">
                  <c:v>1.4130287</c:v>
                </c:pt>
                <c:pt idx="1523">
                  <c:v>1.39787106</c:v>
                </c:pt>
                <c:pt idx="1524">
                  <c:v>1.35476652</c:v>
                </c:pt>
                <c:pt idx="1525">
                  <c:v>1.36875173</c:v>
                </c:pt>
                <c:pt idx="1526">
                  <c:v>0.61138592</c:v>
                </c:pt>
                <c:pt idx="1527">
                  <c:v>0.59775587</c:v>
                </c:pt>
                <c:pt idx="1528">
                  <c:v>0.53366747</c:v>
                </c:pt>
                <c:pt idx="1529">
                  <c:v>0.62092423</c:v>
                </c:pt>
                <c:pt idx="1530">
                  <c:v>0.49143959</c:v>
                </c:pt>
                <c:pt idx="1531">
                  <c:v>0.48764822</c:v>
                </c:pt>
                <c:pt idx="1532">
                  <c:v>0.68059513</c:v>
                </c:pt>
                <c:pt idx="1533">
                  <c:v>0.56215722</c:v>
                </c:pt>
                <c:pt idx="1534">
                  <c:v>0.59882353</c:v>
                </c:pt>
                <c:pt idx="1535">
                  <c:v>0.61803561</c:v>
                </c:pt>
                <c:pt idx="1536">
                  <c:v>0.64539703</c:v>
                </c:pt>
                <c:pt idx="1537">
                  <c:v>0.66316421</c:v>
                </c:pt>
                <c:pt idx="1538">
                  <c:v>0.6080118</c:v>
                </c:pt>
                <c:pt idx="1539">
                  <c:v>0.6837095</c:v>
                </c:pt>
                <c:pt idx="1540">
                  <c:v>0.69981041</c:v>
                </c:pt>
                <c:pt idx="1541">
                  <c:v>0.69433198</c:v>
                </c:pt>
                <c:pt idx="1542">
                  <c:v>0.66055669</c:v>
                </c:pt>
                <c:pt idx="1543">
                  <c:v>0.72547255</c:v>
                </c:pt>
                <c:pt idx="1544">
                  <c:v>0.71322253</c:v>
                </c:pt>
                <c:pt idx="1545">
                  <c:v>0.75</c:v>
                </c:pt>
                <c:pt idx="1546">
                  <c:v>0.75160277</c:v>
                </c:pt>
                <c:pt idx="1547">
                  <c:v>0.94972325</c:v>
                </c:pt>
                <c:pt idx="1548">
                  <c:v>0.63795014</c:v>
                </c:pt>
                <c:pt idx="1549">
                  <c:v>0.8759843</c:v>
                </c:pt>
                <c:pt idx="1550">
                  <c:v>1.00092989</c:v>
                </c:pt>
                <c:pt idx="1551">
                  <c:v>0.86773227</c:v>
                </c:pt>
                <c:pt idx="1552">
                  <c:v>1.04222325</c:v>
                </c:pt>
                <c:pt idx="1553">
                  <c:v>1.2456153</c:v>
                </c:pt>
                <c:pt idx="1554">
                  <c:v>1.36334358</c:v>
                </c:pt>
                <c:pt idx="1555">
                  <c:v>1.35375127</c:v>
                </c:pt>
                <c:pt idx="1556">
                  <c:v>0.98346835</c:v>
                </c:pt>
                <c:pt idx="1557">
                  <c:v>0.97055288</c:v>
                </c:pt>
                <c:pt idx="1558">
                  <c:v>0.89242183</c:v>
                </c:pt>
                <c:pt idx="1559">
                  <c:v>0.97571453</c:v>
                </c:pt>
                <c:pt idx="1560">
                  <c:v>0.65009898</c:v>
                </c:pt>
                <c:pt idx="1561">
                  <c:v>0.64445382</c:v>
                </c:pt>
                <c:pt idx="1562">
                  <c:v>0.59319951</c:v>
                </c:pt>
                <c:pt idx="1563">
                  <c:v>0.64031761</c:v>
                </c:pt>
                <c:pt idx="1564">
                  <c:v>0.56324309</c:v>
                </c:pt>
                <c:pt idx="1565">
                  <c:v>0.4910017</c:v>
                </c:pt>
                <c:pt idx="1566">
                  <c:v>0.53581067</c:v>
                </c:pt>
                <c:pt idx="1567">
                  <c:v>0.59584471</c:v>
                </c:pt>
                <c:pt idx="1568">
                  <c:v>0.6</c:v>
                </c:pt>
                <c:pt idx="1569">
                  <c:v>0.63362396</c:v>
                </c:pt>
                <c:pt idx="1570">
                  <c:v>0.6519019</c:v>
                </c:pt>
                <c:pt idx="1571">
                  <c:v>0.60482063</c:v>
                </c:pt>
                <c:pt idx="1572">
                  <c:v>0.5611666</c:v>
                </c:pt>
                <c:pt idx="1573">
                  <c:v>0.57589916</c:v>
                </c:pt>
                <c:pt idx="1574">
                  <c:v>0.57367749</c:v>
                </c:pt>
                <c:pt idx="1575">
                  <c:v>0.62032833</c:v>
                </c:pt>
                <c:pt idx="1576">
                  <c:v>0.57575758</c:v>
                </c:pt>
                <c:pt idx="1577">
                  <c:v>0.60441271</c:v>
                </c:pt>
                <c:pt idx="1578">
                  <c:v>0.62696315</c:v>
                </c:pt>
                <c:pt idx="1579">
                  <c:v>0.61862841</c:v>
                </c:pt>
                <c:pt idx="1580">
                  <c:v>0.6552703</c:v>
                </c:pt>
                <c:pt idx="1581">
                  <c:v>0.63577805</c:v>
                </c:pt>
                <c:pt idx="1582">
                  <c:v>0.6618705</c:v>
                </c:pt>
                <c:pt idx="1583">
                  <c:v>0.72915334</c:v>
                </c:pt>
                <c:pt idx="1584">
                  <c:v>0.67976478</c:v>
                </c:pt>
                <c:pt idx="1585">
                  <c:v>0.69664963</c:v>
                </c:pt>
                <c:pt idx="1586">
                  <c:v>0.97559295</c:v>
                </c:pt>
                <c:pt idx="1587">
                  <c:v>0.97894377</c:v>
                </c:pt>
                <c:pt idx="1588">
                  <c:v>1.05398238</c:v>
                </c:pt>
                <c:pt idx="1589">
                  <c:v>0.70826211</c:v>
                </c:pt>
                <c:pt idx="1590">
                  <c:v>0.74223137</c:v>
                </c:pt>
                <c:pt idx="1591">
                  <c:v>0.69474991</c:v>
                </c:pt>
                <c:pt idx="1592">
                  <c:v>0.72891147</c:v>
                </c:pt>
                <c:pt idx="1593">
                  <c:v>0.70060068</c:v>
                </c:pt>
                <c:pt idx="1594">
                  <c:v>0.63724903</c:v>
                </c:pt>
                <c:pt idx="1595">
                  <c:v>0.67171781</c:v>
                </c:pt>
                <c:pt idx="1596">
                  <c:v>0.80006155</c:v>
                </c:pt>
                <c:pt idx="1597">
                  <c:v>0.66334356</c:v>
                </c:pt>
                <c:pt idx="1598">
                  <c:v>0.61805556</c:v>
                </c:pt>
                <c:pt idx="1599">
                  <c:v>0.69785933</c:v>
                </c:pt>
                <c:pt idx="1600">
                  <c:v>0.67457181</c:v>
                </c:pt>
                <c:pt idx="1601">
                  <c:v>0.64728682</c:v>
                </c:pt>
                <c:pt idx="1602">
                  <c:v>0.68416988</c:v>
                </c:pt>
                <c:pt idx="1603">
                  <c:v>0.76492645</c:v>
                </c:pt>
                <c:pt idx="1604">
                  <c:v>0.54444391</c:v>
                </c:pt>
                <c:pt idx="1605">
                  <c:v>0.54863241</c:v>
                </c:pt>
                <c:pt idx="1606">
                  <c:v>0.50198706</c:v>
                </c:pt>
                <c:pt idx="1607">
                  <c:v>0.55610928</c:v>
                </c:pt>
                <c:pt idx="1608">
                  <c:v>0.5991544</c:v>
                </c:pt>
                <c:pt idx="1609">
                  <c:v>0.66739368</c:v>
                </c:pt>
                <c:pt idx="1610">
                  <c:v>0.62202862</c:v>
                </c:pt>
                <c:pt idx="1611">
                  <c:v>0.59399705</c:v>
                </c:pt>
                <c:pt idx="1612">
                  <c:v>0.55069914</c:v>
                </c:pt>
                <c:pt idx="1613">
                  <c:v>0.6187412</c:v>
                </c:pt>
                <c:pt idx="1614">
                  <c:v>0.56600965</c:v>
                </c:pt>
                <c:pt idx="1615">
                  <c:v>1.42713369</c:v>
                </c:pt>
                <c:pt idx="1616">
                  <c:v>1.50220763</c:v>
                </c:pt>
                <c:pt idx="1617">
                  <c:v>1.39361158</c:v>
                </c:pt>
                <c:pt idx="1618">
                  <c:v>1.50340966</c:v>
                </c:pt>
                <c:pt idx="1619">
                  <c:v>1.98592932</c:v>
                </c:pt>
                <c:pt idx="1620">
                  <c:v>1.9868709</c:v>
                </c:pt>
                <c:pt idx="1621">
                  <c:v>1.97566372</c:v>
                </c:pt>
                <c:pt idx="1622">
                  <c:v>1.58106973</c:v>
                </c:pt>
                <c:pt idx="1623">
                  <c:v>1.59254032</c:v>
                </c:pt>
                <c:pt idx="1624">
                  <c:v>1.64207404</c:v>
                </c:pt>
                <c:pt idx="1625">
                  <c:v>1.56881659</c:v>
                </c:pt>
                <c:pt idx="1626">
                  <c:v>0.73984834</c:v>
                </c:pt>
                <c:pt idx="1627">
                  <c:v>0.7690682</c:v>
                </c:pt>
                <c:pt idx="1628">
                  <c:v>0.78567523</c:v>
                </c:pt>
                <c:pt idx="1629">
                  <c:v>0.82376783</c:v>
                </c:pt>
                <c:pt idx="1630">
                  <c:v>0.68664338</c:v>
                </c:pt>
                <c:pt idx="1631">
                  <c:v>0.71258436</c:v>
                </c:pt>
                <c:pt idx="1632">
                  <c:v>0.81522817</c:v>
                </c:pt>
                <c:pt idx="1633">
                  <c:v>0.76031102</c:v>
                </c:pt>
                <c:pt idx="1634">
                  <c:v>0.75866299</c:v>
                </c:pt>
                <c:pt idx="1635">
                  <c:v>0.77416481</c:v>
                </c:pt>
                <c:pt idx="1636">
                  <c:v>0.78528383</c:v>
                </c:pt>
                <c:pt idx="1637">
                  <c:v>0.79769937</c:v>
                </c:pt>
                <c:pt idx="1638">
                  <c:v>0.76298116</c:v>
                </c:pt>
                <c:pt idx="1639">
                  <c:v>0.87506016</c:v>
                </c:pt>
                <c:pt idx="1640">
                  <c:v>0.84752015</c:v>
                </c:pt>
                <c:pt idx="1641">
                  <c:v>0.74497574</c:v>
                </c:pt>
                <c:pt idx="1642">
                  <c:v>0.82999321</c:v>
                </c:pt>
                <c:pt idx="1643">
                  <c:v>0.89466618</c:v>
                </c:pt>
                <c:pt idx="1644">
                  <c:v>0.83494624</c:v>
                </c:pt>
                <c:pt idx="1645">
                  <c:v>0.9254902</c:v>
                </c:pt>
                <c:pt idx="1646">
                  <c:v>0.85217914</c:v>
                </c:pt>
                <c:pt idx="1647">
                  <c:v>0.70184617</c:v>
                </c:pt>
                <c:pt idx="1648">
                  <c:v>0.79037045</c:v>
                </c:pt>
                <c:pt idx="1649">
                  <c:v>0.73304359</c:v>
                </c:pt>
                <c:pt idx="1650">
                  <c:v>0.72265164</c:v>
                </c:pt>
                <c:pt idx="1651">
                  <c:v>1.00274399</c:v>
                </c:pt>
                <c:pt idx="1652">
                  <c:v>0.99350266</c:v>
                </c:pt>
                <c:pt idx="1653">
                  <c:v>1.05240038</c:v>
                </c:pt>
                <c:pt idx="1654">
                  <c:v>0.77447328</c:v>
                </c:pt>
                <c:pt idx="1655">
                  <c:v>0.7304716</c:v>
                </c:pt>
                <c:pt idx="1656">
                  <c:v>0.83346677</c:v>
                </c:pt>
                <c:pt idx="1657">
                  <c:v>0.80989229</c:v>
                </c:pt>
                <c:pt idx="1658">
                  <c:v>0.66630582</c:v>
                </c:pt>
                <c:pt idx="1659">
                  <c:v>0.57731707</c:v>
                </c:pt>
                <c:pt idx="1660">
                  <c:v>0.65331611</c:v>
                </c:pt>
                <c:pt idx="1661">
                  <c:v>0.6931592</c:v>
                </c:pt>
                <c:pt idx="1662">
                  <c:v>0.61985192</c:v>
                </c:pt>
                <c:pt idx="1663">
                  <c:v>0.60437076</c:v>
                </c:pt>
                <c:pt idx="1664">
                  <c:v>0.65628805</c:v>
                </c:pt>
                <c:pt idx="1665">
                  <c:v>0.70248194</c:v>
                </c:pt>
                <c:pt idx="1666">
                  <c:v>0.6295725</c:v>
                </c:pt>
                <c:pt idx="1667">
                  <c:v>0.70054085</c:v>
                </c:pt>
                <c:pt idx="1668">
                  <c:v>0.50200988</c:v>
                </c:pt>
                <c:pt idx="1669">
                  <c:v>0.48990452</c:v>
                </c:pt>
                <c:pt idx="1670">
                  <c:v>0.47257384</c:v>
                </c:pt>
                <c:pt idx="1671">
                  <c:v>0.53335799</c:v>
                </c:pt>
                <c:pt idx="1672">
                  <c:v>0.55582865</c:v>
                </c:pt>
                <c:pt idx="1673">
                  <c:v>0.59763555</c:v>
                </c:pt>
                <c:pt idx="1674">
                  <c:v>0.5258216</c:v>
                </c:pt>
                <c:pt idx="1675">
                  <c:v>0.53964798</c:v>
                </c:pt>
                <c:pt idx="1676">
                  <c:v>0.53419257</c:v>
                </c:pt>
                <c:pt idx="1677">
                  <c:v>0.59462349</c:v>
                </c:pt>
                <c:pt idx="1678">
                  <c:v>0.56740133</c:v>
                </c:pt>
                <c:pt idx="1679">
                  <c:v>0.75130354</c:v>
                </c:pt>
                <c:pt idx="1680">
                  <c:v>0.8001902</c:v>
                </c:pt>
                <c:pt idx="1681">
                  <c:v>0.76002251</c:v>
                </c:pt>
                <c:pt idx="1682">
                  <c:v>0.81889302</c:v>
                </c:pt>
                <c:pt idx="1683">
                  <c:v>1.0385381</c:v>
                </c:pt>
                <c:pt idx="1684">
                  <c:v>1.20251598</c:v>
                </c:pt>
                <c:pt idx="1685">
                  <c:v>1.17889908</c:v>
                </c:pt>
                <c:pt idx="1686">
                  <c:v>0.85739729</c:v>
                </c:pt>
                <c:pt idx="1687">
                  <c:v>0.84794569</c:v>
                </c:pt>
                <c:pt idx="1688">
                  <c:v>0.85871679</c:v>
                </c:pt>
                <c:pt idx="1689">
                  <c:v>0.8801824</c:v>
                </c:pt>
                <c:pt idx="1690">
                  <c:v>0.59815415</c:v>
                </c:pt>
                <c:pt idx="1691">
                  <c:v>0.58263678</c:v>
                </c:pt>
                <c:pt idx="1692">
                  <c:v>0.57021997</c:v>
                </c:pt>
                <c:pt idx="1693">
                  <c:v>0.65444414</c:v>
                </c:pt>
                <c:pt idx="1694">
                  <c:v>0.59010082</c:v>
                </c:pt>
                <c:pt idx="1695">
                  <c:v>0.64891847</c:v>
                </c:pt>
                <c:pt idx="1696">
                  <c:v>0.54207604</c:v>
                </c:pt>
                <c:pt idx="1697">
                  <c:v>0.61465529</c:v>
                </c:pt>
                <c:pt idx="1698">
                  <c:v>0.64941289</c:v>
                </c:pt>
                <c:pt idx="1699">
                  <c:v>0.63913287</c:v>
                </c:pt>
                <c:pt idx="1700">
                  <c:v>0.65253328</c:v>
                </c:pt>
                <c:pt idx="1701">
                  <c:v>0.53798071</c:v>
                </c:pt>
                <c:pt idx="1702">
                  <c:v>0.51690538</c:v>
                </c:pt>
                <c:pt idx="1703">
                  <c:v>0.55035271</c:v>
                </c:pt>
                <c:pt idx="1704">
                  <c:v>0.58406898</c:v>
                </c:pt>
                <c:pt idx="1705">
                  <c:v>0.53022403</c:v>
                </c:pt>
                <c:pt idx="1706">
                  <c:v>0.58594657</c:v>
                </c:pt>
                <c:pt idx="1707">
                  <c:v>0.59328269</c:v>
                </c:pt>
                <c:pt idx="1708">
                  <c:v>0.59980695</c:v>
                </c:pt>
                <c:pt idx="1709">
                  <c:v>0.56993437</c:v>
                </c:pt>
                <c:pt idx="1710">
                  <c:v>0.59595113</c:v>
                </c:pt>
                <c:pt idx="1711">
                  <c:v>0.6231467</c:v>
                </c:pt>
                <c:pt idx="1712">
                  <c:v>0.80511944</c:v>
                </c:pt>
                <c:pt idx="1713">
                  <c:v>0.80374891</c:v>
                </c:pt>
                <c:pt idx="1714">
                  <c:v>0.77001623</c:v>
                </c:pt>
                <c:pt idx="1715">
                  <c:v>0.86658178</c:v>
                </c:pt>
                <c:pt idx="1716">
                  <c:v>1.23402229</c:v>
                </c:pt>
                <c:pt idx="1717">
                  <c:v>1.55973054</c:v>
                </c:pt>
                <c:pt idx="1718">
                  <c:v>1.36670697</c:v>
                </c:pt>
                <c:pt idx="1719">
                  <c:v>0.85644268</c:v>
                </c:pt>
                <c:pt idx="1720">
                  <c:v>0.80694949</c:v>
                </c:pt>
                <c:pt idx="1721">
                  <c:v>0.84640465</c:v>
                </c:pt>
                <c:pt idx="1722">
                  <c:v>0.78666412</c:v>
                </c:pt>
                <c:pt idx="1723">
                  <c:v>0.73502378</c:v>
                </c:pt>
                <c:pt idx="1724">
                  <c:v>0.66542667</c:v>
                </c:pt>
                <c:pt idx="1725">
                  <c:v>0.73433295</c:v>
                </c:pt>
                <c:pt idx="1726">
                  <c:v>0.7874027</c:v>
                </c:pt>
                <c:pt idx="1727">
                  <c:v>0.68540052</c:v>
                </c:pt>
                <c:pt idx="1728">
                  <c:v>0.6582897</c:v>
                </c:pt>
                <c:pt idx="1729">
                  <c:v>0.68941248</c:v>
                </c:pt>
                <c:pt idx="1730">
                  <c:v>0.77389567</c:v>
                </c:pt>
                <c:pt idx="1731">
                  <c:v>0.7528006</c:v>
                </c:pt>
                <c:pt idx="1732">
                  <c:v>0.72997158</c:v>
                </c:pt>
                <c:pt idx="1733">
                  <c:v>0.75873595</c:v>
                </c:pt>
                <c:pt idx="1734">
                  <c:v>0.54924916</c:v>
                </c:pt>
                <c:pt idx="1735">
                  <c:v>0.5443076</c:v>
                </c:pt>
                <c:pt idx="1736">
                  <c:v>0.5013459</c:v>
                </c:pt>
                <c:pt idx="1737">
                  <c:v>0.59083318</c:v>
                </c:pt>
                <c:pt idx="1738">
                  <c:v>0.65305972</c:v>
                </c:pt>
                <c:pt idx="1739">
                  <c:v>0.69853093</c:v>
                </c:pt>
                <c:pt idx="1740">
                  <c:v>0.67778177</c:v>
                </c:pt>
                <c:pt idx="1741">
                  <c:v>0.56346723</c:v>
                </c:pt>
                <c:pt idx="1742">
                  <c:v>0.59905532</c:v>
                </c:pt>
                <c:pt idx="1743">
                  <c:v>0.60777255</c:v>
                </c:pt>
                <c:pt idx="1744">
                  <c:v>0.63851758</c:v>
                </c:pt>
                <c:pt idx="1745">
                  <c:v>1.38307431</c:v>
                </c:pt>
                <c:pt idx="1746">
                  <c:v>1.48202614</c:v>
                </c:pt>
                <c:pt idx="1747">
                  <c:v>1.30013393</c:v>
                </c:pt>
                <c:pt idx="1748">
                  <c:v>1.45016267</c:v>
                </c:pt>
                <c:pt idx="1749">
                  <c:v>1.87321416</c:v>
                </c:pt>
                <c:pt idx="1750">
                  <c:v>1.91620444</c:v>
                </c:pt>
                <c:pt idx="1751">
                  <c:v>1.48216159</c:v>
                </c:pt>
                <c:pt idx="1752">
                  <c:v>1.52109248</c:v>
                </c:pt>
                <c:pt idx="1753">
                  <c:v>1.50285055</c:v>
                </c:pt>
                <c:pt idx="1754">
                  <c:v>1.50421979</c:v>
                </c:pt>
                <c:pt idx="1755">
                  <c:v>0.69489643</c:v>
                </c:pt>
                <c:pt idx="1756">
                  <c:v>0.7079731</c:v>
                </c:pt>
                <c:pt idx="1757">
                  <c:v>0.6510292</c:v>
                </c:pt>
                <c:pt idx="1758">
                  <c:v>0.72329168</c:v>
                </c:pt>
                <c:pt idx="1759">
                  <c:v>0.59936612</c:v>
                </c:pt>
                <c:pt idx="1760">
                  <c:v>0.48391945</c:v>
                </c:pt>
                <c:pt idx="1761">
                  <c:v>0.61422184</c:v>
                </c:pt>
                <c:pt idx="1762">
                  <c:v>0.6657832</c:v>
                </c:pt>
                <c:pt idx="1763">
                  <c:v>0.66712235</c:v>
                </c:pt>
                <c:pt idx="1764">
                  <c:v>0.63570893</c:v>
                </c:pt>
                <c:pt idx="1765">
                  <c:v>0.69894913</c:v>
                </c:pt>
                <c:pt idx="1766">
                  <c:v>0.76215172</c:v>
                </c:pt>
                <c:pt idx="1767">
                  <c:v>0.70605969</c:v>
                </c:pt>
                <c:pt idx="1768">
                  <c:v>0.71407186</c:v>
                </c:pt>
                <c:pt idx="1769">
                  <c:v>0.81361142</c:v>
                </c:pt>
                <c:pt idx="1770">
                  <c:v>0.76515499</c:v>
                </c:pt>
                <c:pt idx="1771">
                  <c:v>0.80905032</c:v>
                </c:pt>
                <c:pt idx="1772">
                  <c:v>0.81754236</c:v>
                </c:pt>
                <c:pt idx="1773">
                  <c:v>0.83006452</c:v>
                </c:pt>
                <c:pt idx="1774">
                  <c:v>0.7221093</c:v>
                </c:pt>
                <c:pt idx="1775">
                  <c:v>0.80383272</c:v>
                </c:pt>
                <c:pt idx="1776">
                  <c:v>0.81047737</c:v>
                </c:pt>
                <c:pt idx="1777">
                  <c:v>0.80699894</c:v>
                </c:pt>
                <c:pt idx="1778">
                  <c:v>0.84788595</c:v>
                </c:pt>
                <c:pt idx="1779">
                  <c:v>0.77672842</c:v>
                </c:pt>
                <c:pt idx="1780">
                  <c:v>0.87804662</c:v>
                </c:pt>
                <c:pt idx="1781">
                  <c:v>1.24827162</c:v>
                </c:pt>
                <c:pt idx="1782">
                  <c:v>1.40369581</c:v>
                </c:pt>
                <c:pt idx="1783">
                  <c:v>1.26000725</c:v>
                </c:pt>
                <c:pt idx="1784">
                  <c:v>0.87715951</c:v>
                </c:pt>
                <c:pt idx="1785">
                  <c:v>0.8670504</c:v>
                </c:pt>
                <c:pt idx="1786">
                  <c:v>0.85933181</c:v>
                </c:pt>
                <c:pt idx="1787">
                  <c:v>0.83841274</c:v>
                </c:pt>
                <c:pt idx="1788">
                  <c:v>0.77618834</c:v>
                </c:pt>
                <c:pt idx="1789">
                  <c:v>0.66971805</c:v>
                </c:pt>
                <c:pt idx="1790">
                  <c:v>0.67548233</c:v>
                </c:pt>
                <c:pt idx="1791">
                  <c:v>0.75059832</c:v>
                </c:pt>
                <c:pt idx="1792">
                  <c:v>0.63606377</c:v>
                </c:pt>
                <c:pt idx="1793">
                  <c:v>0.63055417</c:v>
                </c:pt>
                <c:pt idx="1794">
                  <c:v>0.66747809</c:v>
                </c:pt>
                <c:pt idx="1795">
                  <c:v>0.74773566</c:v>
                </c:pt>
                <c:pt idx="1796">
                  <c:v>0.67104954</c:v>
                </c:pt>
                <c:pt idx="1797">
                  <c:v>0.71414697</c:v>
                </c:pt>
                <c:pt idx="1798">
                  <c:v>0.7053387</c:v>
                </c:pt>
                <c:pt idx="1799">
                  <c:v>0.50972782</c:v>
                </c:pt>
                <c:pt idx="1800">
                  <c:v>0.53437401</c:v>
                </c:pt>
                <c:pt idx="1801">
                  <c:v>0.5040353</c:v>
                </c:pt>
                <c:pt idx="1802">
                  <c:v>0.54113775</c:v>
                </c:pt>
                <c:pt idx="1803">
                  <c:v>0.58493608</c:v>
                </c:pt>
                <c:pt idx="1804">
                  <c:v>0.66519546</c:v>
                </c:pt>
                <c:pt idx="1805">
                  <c:v>0.61325832</c:v>
                </c:pt>
                <c:pt idx="1806">
                  <c:v>0.58051557</c:v>
                </c:pt>
                <c:pt idx="1807">
                  <c:v>0.57461942</c:v>
                </c:pt>
                <c:pt idx="1808">
                  <c:v>0.61501372</c:v>
                </c:pt>
                <c:pt idx="1809">
                  <c:v>0.6076797</c:v>
                </c:pt>
                <c:pt idx="1810">
                  <c:v>0.90334236</c:v>
                </c:pt>
                <c:pt idx="1811">
                  <c:v>0.93204329</c:v>
                </c:pt>
                <c:pt idx="1812">
                  <c:v>0.83917006</c:v>
                </c:pt>
                <c:pt idx="1813">
                  <c:v>0.95835032</c:v>
                </c:pt>
                <c:pt idx="1814">
                  <c:v>1.26886315</c:v>
                </c:pt>
                <c:pt idx="1815">
                  <c:v>1.33904902</c:v>
                </c:pt>
                <c:pt idx="1816">
                  <c:v>1.12432723</c:v>
                </c:pt>
                <c:pt idx="1817">
                  <c:v>1.323565</c:v>
                </c:pt>
                <c:pt idx="1818">
                  <c:v>0.96819559</c:v>
                </c:pt>
                <c:pt idx="1819">
                  <c:v>0.90806615</c:v>
                </c:pt>
                <c:pt idx="1820">
                  <c:v>0.92432325</c:v>
                </c:pt>
                <c:pt idx="1821">
                  <c:v>0.96507047</c:v>
                </c:pt>
                <c:pt idx="1822">
                  <c:v>0.64375665</c:v>
                </c:pt>
                <c:pt idx="1823">
                  <c:v>0.56288804</c:v>
                </c:pt>
                <c:pt idx="1824">
                  <c:v>0.59270159</c:v>
                </c:pt>
                <c:pt idx="1825">
                  <c:v>0.67445521</c:v>
                </c:pt>
                <c:pt idx="1826">
                  <c:v>0.56831721</c:v>
                </c:pt>
                <c:pt idx="1827">
                  <c:v>0.50532481</c:v>
                </c:pt>
                <c:pt idx="1828">
                  <c:v>0.54854545</c:v>
                </c:pt>
                <c:pt idx="1829">
                  <c:v>0.63063558</c:v>
                </c:pt>
                <c:pt idx="1830">
                  <c:v>0.57422765</c:v>
                </c:pt>
                <c:pt idx="1831">
                  <c:v>0.61725317</c:v>
                </c:pt>
                <c:pt idx="1832">
                  <c:v>0.63907155</c:v>
                </c:pt>
                <c:pt idx="1833">
                  <c:v>0.61424439</c:v>
                </c:pt>
                <c:pt idx="1834">
                  <c:v>0.59885315</c:v>
                </c:pt>
                <c:pt idx="1835">
                  <c:v>0.54917959</c:v>
                </c:pt>
                <c:pt idx="1836">
                  <c:v>0.6276628</c:v>
                </c:pt>
                <c:pt idx="1837">
                  <c:v>0.58501303</c:v>
                </c:pt>
                <c:pt idx="1838">
                  <c:v>0.57318818</c:v>
                </c:pt>
                <c:pt idx="1839">
                  <c:v>0.6103956</c:v>
                </c:pt>
                <c:pt idx="1840">
                  <c:v>0.62248168</c:v>
                </c:pt>
                <c:pt idx="1841">
                  <c:v>0.60847126</c:v>
                </c:pt>
                <c:pt idx="1842">
                  <c:v>0.64609163</c:v>
                </c:pt>
                <c:pt idx="1843">
                  <c:v>0.64961103</c:v>
                </c:pt>
              </c:numCache>
            </c:numRef>
          </c:xVal>
          <c:yVal>
            <c:numRef>
              <c:f>Sheet1!$B$2:$B$1845</c:f>
              <c:numCache>
                <c:formatCode>General</c:formatCode>
                <c:ptCount val="1844"/>
                <c:pt idx="0">
                  <c:v>0.75912945</c:v>
                </c:pt>
                <c:pt idx="1">
                  <c:v>0.78257381</c:v>
                </c:pt>
                <c:pt idx="2">
                  <c:v>0.74704782</c:v>
                </c:pt>
                <c:pt idx="3">
                  <c:v>0.84810202</c:v>
                </c:pt>
                <c:pt idx="4">
                  <c:v>1.10730436</c:v>
                </c:pt>
                <c:pt idx="5">
                  <c:v>1.08967027</c:v>
                </c:pt>
                <c:pt idx="6">
                  <c:v>0.94432662</c:v>
                </c:pt>
                <c:pt idx="7">
                  <c:v>1.16615482</c:v>
                </c:pt>
                <c:pt idx="8">
                  <c:v>0.7903053</c:v>
                </c:pt>
                <c:pt idx="9">
                  <c:v>0.78343949</c:v>
                </c:pt>
                <c:pt idx="10">
                  <c:v>0.76106484</c:v>
                </c:pt>
                <c:pt idx="11">
                  <c:v>0.75645917</c:v>
                </c:pt>
                <c:pt idx="12">
                  <c:v>0.72728273</c:v>
                </c:pt>
                <c:pt idx="13">
                  <c:v>0.7674977</c:v>
                </c:pt>
                <c:pt idx="14">
                  <c:v>0.74538517</c:v>
                </c:pt>
                <c:pt idx="15">
                  <c:v>0.79660504</c:v>
                </c:pt>
                <c:pt idx="16">
                  <c:v>0.67231177</c:v>
                </c:pt>
                <c:pt idx="17">
                  <c:v>0.65576973</c:v>
                </c:pt>
                <c:pt idx="18">
                  <c:v>0.61559889</c:v>
                </c:pt>
                <c:pt idx="19">
                  <c:v>0.74493781</c:v>
                </c:pt>
                <c:pt idx="20">
                  <c:v>0.77376324</c:v>
                </c:pt>
                <c:pt idx="21">
                  <c:v>0.72984351</c:v>
                </c:pt>
                <c:pt idx="22">
                  <c:v>0.78170902</c:v>
                </c:pt>
                <c:pt idx="23">
                  <c:v>0.81740364</c:v>
                </c:pt>
                <c:pt idx="24">
                  <c:v>0.54887924</c:v>
                </c:pt>
                <c:pt idx="25">
                  <c:v>0.55467085</c:v>
                </c:pt>
                <c:pt idx="26">
                  <c:v>0.51097779</c:v>
                </c:pt>
                <c:pt idx="27">
                  <c:v>0.60841288</c:v>
                </c:pt>
                <c:pt idx="28">
                  <c:v>0.62305205</c:v>
                </c:pt>
                <c:pt idx="29">
                  <c:v>0.55218022</c:v>
                </c:pt>
                <c:pt idx="30">
                  <c:v>0.64962594</c:v>
                </c:pt>
                <c:pt idx="31">
                  <c:v>0.64105793</c:v>
                </c:pt>
                <c:pt idx="32">
                  <c:v>0.59117361</c:v>
                </c:pt>
                <c:pt idx="33">
                  <c:v>0.58536585</c:v>
                </c:pt>
                <c:pt idx="34">
                  <c:v>0.61897297</c:v>
                </c:pt>
                <c:pt idx="35">
                  <c:v>0.65782314</c:v>
                </c:pt>
                <c:pt idx="36">
                  <c:v>1.41438374</c:v>
                </c:pt>
                <c:pt idx="37">
                  <c:v>1.5393002</c:v>
                </c:pt>
                <c:pt idx="38">
                  <c:v>1.4607784</c:v>
                </c:pt>
                <c:pt idx="39">
                  <c:v>1.53894409</c:v>
                </c:pt>
                <c:pt idx="40">
                  <c:v>1.87538129</c:v>
                </c:pt>
                <c:pt idx="41">
                  <c:v>1.89820628</c:v>
                </c:pt>
                <c:pt idx="42">
                  <c:v>1.52532562</c:v>
                </c:pt>
                <c:pt idx="43">
                  <c:v>1.96245662</c:v>
                </c:pt>
                <c:pt idx="44">
                  <c:v>1.58119026</c:v>
                </c:pt>
                <c:pt idx="45">
                  <c:v>1.59736715</c:v>
                </c:pt>
                <c:pt idx="46">
                  <c:v>1.55142554</c:v>
                </c:pt>
                <c:pt idx="47">
                  <c:v>1.56781015</c:v>
                </c:pt>
                <c:pt idx="48">
                  <c:v>0.73033754</c:v>
                </c:pt>
                <c:pt idx="49">
                  <c:v>0.75506393</c:v>
                </c:pt>
                <c:pt idx="50">
                  <c:v>0.7370462</c:v>
                </c:pt>
                <c:pt idx="51">
                  <c:v>0.80640996</c:v>
                </c:pt>
                <c:pt idx="52">
                  <c:v>0.68791003</c:v>
                </c:pt>
                <c:pt idx="53">
                  <c:v>0.63202645</c:v>
                </c:pt>
                <c:pt idx="54">
                  <c:v>0.69177403</c:v>
                </c:pt>
                <c:pt idx="55">
                  <c:v>0.69672339</c:v>
                </c:pt>
                <c:pt idx="56">
                  <c:v>0.71116255</c:v>
                </c:pt>
                <c:pt idx="57">
                  <c:v>0.74110471</c:v>
                </c:pt>
                <c:pt idx="58">
                  <c:v>0.81902958</c:v>
                </c:pt>
                <c:pt idx="59">
                  <c:v>0.7954788</c:v>
                </c:pt>
                <c:pt idx="60">
                  <c:v>0.79741114</c:v>
                </c:pt>
                <c:pt idx="61">
                  <c:v>0.80584421</c:v>
                </c:pt>
                <c:pt idx="62">
                  <c:v>0.87694659</c:v>
                </c:pt>
                <c:pt idx="63">
                  <c:v>0.812249</c:v>
                </c:pt>
                <c:pt idx="64">
                  <c:v>0.81939891</c:v>
                </c:pt>
                <c:pt idx="65">
                  <c:v>0.85089588</c:v>
                </c:pt>
                <c:pt idx="66">
                  <c:v>0.89972023</c:v>
                </c:pt>
                <c:pt idx="67">
                  <c:v>0.89429929</c:v>
                </c:pt>
                <c:pt idx="68">
                  <c:v>0.88235294</c:v>
                </c:pt>
                <c:pt idx="69">
                  <c:v>0.89970177</c:v>
                </c:pt>
                <c:pt idx="70">
                  <c:v>0.82162763</c:v>
                </c:pt>
                <c:pt idx="71">
                  <c:v>0.85074203</c:v>
                </c:pt>
                <c:pt idx="72">
                  <c:v>0.80856009</c:v>
                </c:pt>
                <c:pt idx="73">
                  <c:v>0.87203703</c:v>
                </c:pt>
                <c:pt idx="74">
                  <c:v>1.1482904</c:v>
                </c:pt>
                <c:pt idx="75">
                  <c:v>1.19052699</c:v>
                </c:pt>
                <c:pt idx="76">
                  <c:v>1.00653595</c:v>
                </c:pt>
                <c:pt idx="77">
                  <c:v>1.23030845</c:v>
                </c:pt>
                <c:pt idx="78">
                  <c:v>0.86472939</c:v>
                </c:pt>
                <c:pt idx="79">
                  <c:v>0.87095771</c:v>
                </c:pt>
                <c:pt idx="80">
                  <c:v>0.86578724</c:v>
                </c:pt>
                <c:pt idx="81">
                  <c:v>0.92202203</c:v>
                </c:pt>
                <c:pt idx="82">
                  <c:v>0.70538171</c:v>
                </c:pt>
                <c:pt idx="83">
                  <c:v>0.67220311</c:v>
                </c:pt>
                <c:pt idx="84">
                  <c:v>0.67355315</c:v>
                </c:pt>
                <c:pt idx="85">
                  <c:v>0.74652597</c:v>
                </c:pt>
                <c:pt idx="86">
                  <c:v>0.63916479</c:v>
                </c:pt>
                <c:pt idx="87">
                  <c:v>0.66112687</c:v>
                </c:pt>
                <c:pt idx="88">
                  <c:v>0.69594173</c:v>
                </c:pt>
                <c:pt idx="89">
                  <c:v>0.73413361</c:v>
                </c:pt>
                <c:pt idx="90">
                  <c:v>0.70236337</c:v>
                </c:pt>
                <c:pt idx="91">
                  <c:v>0.73349563</c:v>
                </c:pt>
                <c:pt idx="92">
                  <c:v>0.81109551</c:v>
                </c:pt>
                <c:pt idx="93">
                  <c:v>0.52762165</c:v>
                </c:pt>
                <c:pt idx="94">
                  <c:v>0.53218793</c:v>
                </c:pt>
                <c:pt idx="95">
                  <c:v>0.50681927</c:v>
                </c:pt>
                <c:pt idx="96">
                  <c:v>0.58081843</c:v>
                </c:pt>
                <c:pt idx="97">
                  <c:v>0.55410557</c:v>
                </c:pt>
                <c:pt idx="98">
                  <c:v>0.57529162</c:v>
                </c:pt>
                <c:pt idx="99">
                  <c:v>0.6047994</c:v>
                </c:pt>
                <c:pt idx="100">
                  <c:v>0.61712797</c:v>
                </c:pt>
                <c:pt idx="101">
                  <c:v>0.56443434</c:v>
                </c:pt>
                <c:pt idx="102">
                  <c:v>0.57354232</c:v>
                </c:pt>
                <c:pt idx="103">
                  <c:v>0.57625153</c:v>
                </c:pt>
                <c:pt idx="104">
                  <c:v>0.886088</c:v>
                </c:pt>
                <c:pt idx="105">
                  <c:v>0.89536662</c:v>
                </c:pt>
                <c:pt idx="106">
                  <c:v>0.83530814</c:v>
                </c:pt>
                <c:pt idx="107">
                  <c:v>0.91551428</c:v>
                </c:pt>
                <c:pt idx="108">
                  <c:v>1.18345185</c:v>
                </c:pt>
                <c:pt idx="109">
                  <c:v>1.18332072</c:v>
                </c:pt>
                <c:pt idx="110">
                  <c:v>1.06495026</c:v>
                </c:pt>
                <c:pt idx="111">
                  <c:v>1.25097803</c:v>
                </c:pt>
                <c:pt idx="112">
                  <c:v>0.88350528</c:v>
                </c:pt>
                <c:pt idx="113">
                  <c:v>0.95663735</c:v>
                </c:pt>
                <c:pt idx="114">
                  <c:v>0.95974033</c:v>
                </c:pt>
                <c:pt idx="115">
                  <c:v>0.92712772</c:v>
                </c:pt>
                <c:pt idx="116">
                  <c:v>0.6195274</c:v>
                </c:pt>
                <c:pt idx="117">
                  <c:v>0.59634117</c:v>
                </c:pt>
                <c:pt idx="118">
                  <c:v>0.58457029</c:v>
                </c:pt>
                <c:pt idx="119">
                  <c:v>0.66469307</c:v>
                </c:pt>
                <c:pt idx="120">
                  <c:v>0.55184201</c:v>
                </c:pt>
                <c:pt idx="121">
                  <c:v>0.53505965</c:v>
                </c:pt>
                <c:pt idx="122">
                  <c:v>0.53750705</c:v>
                </c:pt>
                <c:pt idx="123">
                  <c:v>0.62316911</c:v>
                </c:pt>
                <c:pt idx="124">
                  <c:v>0.6712374</c:v>
                </c:pt>
                <c:pt idx="125">
                  <c:v>0.63755051</c:v>
                </c:pt>
                <c:pt idx="126">
                  <c:v>0.64189125</c:v>
                </c:pt>
                <c:pt idx="127">
                  <c:v>0.57998129</c:v>
                </c:pt>
                <c:pt idx="128">
                  <c:v>0.54225402</c:v>
                </c:pt>
                <c:pt idx="129">
                  <c:v>0.56365491</c:v>
                </c:pt>
                <c:pt idx="130">
                  <c:v>0.61125015</c:v>
                </c:pt>
                <c:pt idx="131">
                  <c:v>0.59717396</c:v>
                </c:pt>
                <c:pt idx="132">
                  <c:v>0.61322677</c:v>
                </c:pt>
                <c:pt idx="133">
                  <c:v>0.60902358</c:v>
                </c:pt>
                <c:pt idx="134">
                  <c:v>0.63217249</c:v>
                </c:pt>
                <c:pt idx="135">
                  <c:v>0.61783548</c:v>
                </c:pt>
                <c:pt idx="136">
                  <c:v>0.68297769</c:v>
                </c:pt>
                <c:pt idx="137">
                  <c:v>0.63737959</c:v>
                </c:pt>
                <c:pt idx="138">
                  <c:v>1.03125789</c:v>
                </c:pt>
                <c:pt idx="139">
                  <c:v>1.09445651</c:v>
                </c:pt>
                <c:pt idx="140">
                  <c:v>0.97745201</c:v>
                </c:pt>
                <c:pt idx="141">
                  <c:v>1.11440782</c:v>
                </c:pt>
                <c:pt idx="142">
                  <c:v>1.56352888</c:v>
                </c:pt>
                <c:pt idx="143">
                  <c:v>1.63890029</c:v>
                </c:pt>
                <c:pt idx="144">
                  <c:v>1.45150931</c:v>
                </c:pt>
                <c:pt idx="145">
                  <c:v>1.59140505</c:v>
                </c:pt>
                <c:pt idx="146">
                  <c:v>1.05748164</c:v>
                </c:pt>
                <c:pt idx="147">
                  <c:v>1.09814519</c:v>
                </c:pt>
                <c:pt idx="148">
                  <c:v>1.0989339</c:v>
                </c:pt>
                <c:pt idx="149">
                  <c:v>1.03677606</c:v>
                </c:pt>
                <c:pt idx="150">
                  <c:v>0.92266471</c:v>
                </c:pt>
                <c:pt idx="151">
                  <c:v>0.9148202</c:v>
                </c:pt>
                <c:pt idx="152">
                  <c:v>0.99498709</c:v>
                </c:pt>
                <c:pt idx="153">
                  <c:v>1.02186322</c:v>
                </c:pt>
                <c:pt idx="154">
                  <c:v>0.87688098</c:v>
                </c:pt>
                <c:pt idx="155">
                  <c:v>0.81172291</c:v>
                </c:pt>
                <c:pt idx="156">
                  <c:v>0.9190262</c:v>
                </c:pt>
                <c:pt idx="157">
                  <c:v>0.9970086</c:v>
                </c:pt>
                <c:pt idx="158">
                  <c:v>0.97229551</c:v>
                </c:pt>
                <c:pt idx="159">
                  <c:v>0.91170175</c:v>
                </c:pt>
                <c:pt idx="160">
                  <c:v>0.9994679</c:v>
                </c:pt>
                <c:pt idx="161">
                  <c:v>0.69140452</c:v>
                </c:pt>
                <c:pt idx="162">
                  <c:v>0.67269565</c:v>
                </c:pt>
                <c:pt idx="163">
                  <c:v>0.7254902</c:v>
                </c:pt>
                <c:pt idx="164">
                  <c:v>0.74136238</c:v>
                </c:pt>
                <c:pt idx="165">
                  <c:v>0.85821727</c:v>
                </c:pt>
                <c:pt idx="166">
                  <c:v>0.80927194</c:v>
                </c:pt>
                <c:pt idx="167">
                  <c:v>0.78722326</c:v>
                </c:pt>
                <c:pt idx="168">
                  <c:v>0.729291</c:v>
                </c:pt>
                <c:pt idx="169">
                  <c:v>0.7725799</c:v>
                </c:pt>
                <c:pt idx="170">
                  <c:v>0.73032471</c:v>
                </c:pt>
                <c:pt idx="171">
                  <c:v>0.78980527</c:v>
                </c:pt>
                <c:pt idx="172">
                  <c:v>1.3977883</c:v>
                </c:pt>
                <c:pt idx="173">
                  <c:v>1.38998211</c:v>
                </c:pt>
                <c:pt idx="174">
                  <c:v>1.34408922</c:v>
                </c:pt>
                <c:pt idx="175">
                  <c:v>1.47371155</c:v>
                </c:pt>
                <c:pt idx="176">
                  <c:v>1.8548368</c:v>
                </c:pt>
                <c:pt idx="177">
                  <c:v>1.96167453</c:v>
                </c:pt>
                <c:pt idx="178">
                  <c:v>1.99026764</c:v>
                </c:pt>
                <c:pt idx="179">
                  <c:v>1.40709561</c:v>
                </c:pt>
                <c:pt idx="180">
                  <c:v>1.51814396</c:v>
                </c:pt>
                <c:pt idx="181">
                  <c:v>1.52179599</c:v>
                </c:pt>
                <c:pt idx="182">
                  <c:v>1.50223547</c:v>
                </c:pt>
                <c:pt idx="183">
                  <c:v>0.68595879</c:v>
                </c:pt>
                <c:pt idx="184">
                  <c:v>0.57990868</c:v>
                </c:pt>
                <c:pt idx="185">
                  <c:v>0.60930358</c:v>
                </c:pt>
                <c:pt idx="186">
                  <c:v>0.70343681</c:v>
                </c:pt>
                <c:pt idx="187">
                  <c:v>0.5319933</c:v>
                </c:pt>
                <c:pt idx="188">
                  <c:v>0.64085821</c:v>
                </c:pt>
                <c:pt idx="189">
                  <c:v>0.64749609</c:v>
                </c:pt>
                <c:pt idx="190">
                  <c:v>0.55178908</c:v>
                </c:pt>
                <c:pt idx="191">
                  <c:v>0.61359649</c:v>
                </c:pt>
                <c:pt idx="192">
                  <c:v>0.65984655</c:v>
                </c:pt>
                <c:pt idx="193">
                  <c:v>0.74366417</c:v>
                </c:pt>
                <c:pt idx="194">
                  <c:v>0.76820889</c:v>
                </c:pt>
                <c:pt idx="195">
                  <c:v>0.75079872</c:v>
                </c:pt>
                <c:pt idx="196">
                  <c:v>0.71101922</c:v>
                </c:pt>
                <c:pt idx="197">
                  <c:v>0.73804627</c:v>
                </c:pt>
                <c:pt idx="198">
                  <c:v>0.64091858</c:v>
                </c:pt>
                <c:pt idx="199">
                  <c:v>0.769813</c:v>
                </c:pt>
                <c:pt idx="200">
                  <c:v>0.70240503</c:v>
                </c:pt>
                <c:pt idx="201">
                  <c:v>0.797563</c:v>
                </c:pt>
                <c:pt idx="202">
                  <c:v>0.85448155</c:v>
                </c:pt>
                <c:pt idx="203">
                  <c:v>0.76094358</c:v>
                </c:pt>
                <c:pt idx="204">
                  <c:v>0.99709771</c:v>
                </c:pt>
                <c:pt idx="205">
                  <c:v>0.69276511</c:v>
                </c:pt>
                <c:pt idx="206">
                  <c:v>1.0690589</c:v>
                </c:pt>
                <c:pt idx="207">
                  <c:v>1.57250629</c:v>
                </c:pt>
                <c:pt idx="208">
                  <c:v>0.90310078</c:v>
                </c:pt>
                <c:pt idx="209">
                  <c:v>1.03497164</c:v>
                </c:pt>
                <c:pt idx="210">
                  <c:v>0.607739</c:v>
                </c:pt>
                <c:pt idx="211">
                  <c:v>1.00968881</c:v>
                </c:pt>
                <c:pt idx="212">
                  <c:v>1.01361089</c:v>
                </c:pt>
                <c:pt idx="213">
                  <c:v>0.9675071</c:v>
                </c:pt>
                <c:pt idx="214">
                  <c:v>1.08798766</c:v>
                </c:pt>
                <c:pt idx="215">
                  <c:v>1.37551487</c:v>
                </c:pt>
                <c:pt idx="216">
                  <c:v>1.51979089</c:v>
                </c:pt>
                <c:pt idx="217">
                  <c:v>1.53776347</c:v>
                </c:pt>
                <c:pt idx="218">
                  <c:v>1.06761566</c:v>
                </c:pt>
                <c:pt idx="219">
                  <c:v>1.07116827</c:v>
                </c:pt>
                <c:pt idx="220">
                  <c:v>1.0992642</c:v>
                </c:pt>
                <c:pt idx="221">
                  <c:v>1.03842994</c:v>
                </c:pt>
                <c:pt idx="222">
                  <c:v>0.68246672</c:v>
                </c:pt>
                <c:pt idx="223">
                  <c:v>0.71760425</c:v>
                </c:pt>
                <c:pt idx="224">
                  <c:v>0.67537728</c:v>
                </c:pt>
                <c:pt idx="225">
                  <c:v>0.70488323</c:v>
                </c:pt>
                <c:pt idx="226">
                  <c:v>0.64434236</c:v>
                </c:pt>
                <c:pt idx="227">
                  <c:v>0.60983827</c:v>
                </c:pt>
                <c:pt idx="228">
                  <c:v>0.5618878</c:v>
                </c:pt>
                <c:pt idx="229">
                  <c:v>0.6591174</c:v>
                </c:pt>
                <c:pt idx="230">
                  <c:v>0.67255926</c:v>
                </c:pt>
                <c:pt idx="231">
                  <c:v>0.62254902</c:v>
                </c:pt>
                <c:pt idx="232">
                  <c:v>0.71084337</c:v>
                </c:pt>
                <c:pt idx="233">
                  <c:v>0.63773674</c:v>
                </c:pt>
                <c:pt idx="234">
                  <c:v>0.65398801</c:v>
                </c:pt>
                <c:pt idx="235">
                  <c:v>0.58538841</c:v>
                </c:pt>
                <c:pt idx="236">
                  <c:v>0.62718758</c:v>
                </c:pt>
                <c:pt idx="237">
                  <c:v>0.66197183</c:v>
                </c:pt>
                <c:pt idx="238">
                  <c:v>0.64402593</c:v>
                </c:pt>
                <c:pt idx="239">
                  <c:v>0.69886364</c:v>
                </c:pt>
                <c:pt idx="240">
                  <c:v>0.68427931</c:v>
                </c:pt>
                <c:pt idx="241">
                  <c:v>0.66347868</c:v>
                </c:pt>
                <c:pt idx="242">
                  <c:v>0.68347583</c:v>
                </c:pt>
                <c:pt idx="243">
                  <c:v>0.65885062</c:v>
                </c:pt>
                <c:pt idx="244">
                  <c:v>0.68567912</c:v>
                </c:pt>
                <c:pt idx="245">
                  <c:v>0.7299728</c:v>
                </c:pt>
                <c:pt idx="246">
                  <c:v>0.64104204</c:v>
                </c:pt>
                <c:pt idx="247">
                  <c:v>0.74972763</c:v>
                </c:pt>
                <c:pt idx="248">
                  <c:v>0.97674931</c:v>
                </c:pt>
                <c:pt idx="249">
                  <c:v>0.99604808</c:v>
                </c:pt>
                <c:pt idx="250">
                  <c:v>0.74824473</c:v>
                </c:pt>
                <c:pt idx="251">
                  <c:v>0.98380228</c:v>
                </c:pt>
                <c:pt idx="252">
                  <c:v>0.65477336</c:v>
                </c:pt>
                <c:pt idx="253">
                  <c:v>0.63031915</c:v>
                </c:pt>
                <c:pt idx="254">
                  <c:v>0.64673299</c:v>
                </c:pt>
                <c:pt idx="255">
                  <c:v>0.66736533</c:v>
                </c:pt>
                <c:pt idx="256">
                  <c:v>0.70042447</c:v>
                </c:pt>
                <c:pt idx="257">
                  <c:v>0.65309471</c:v>
                </c:pt>
                <c:pt idx="258">
                  <c:v>0.67152104</c:v>
                </c:pt>
                <c:pt idx="259">
                  <c:v>0.76273059</c:v>
                </c:pt>
                <c:pt idx="260">
                  <c:v>0.64969784</c:v>
                </c:pt>
                <c:pt idx="261">
                  <c:v>0.66271019</c:v>
                </c:pt>
                <c:pt idx="262">
                  <c:v>0.69121023</c:v>
                </c:pt>
                <c:pt idx="263">
                  <c:v>0.74458218</c:v>
                </c:pt>
                <c:pt idx="264">
                  <c:v>0.67791291</c:v>
                </c:pt>
                <c:pt idx="265">
                  <c:v>0.64613279</c:v>
                </c:pt>
                <c:pt idx="266">
                  <c:v>0.75222048</c:v>
                </c:pt>
                <c:pt idx="267">
                  <c:v>0.52389374</c:v>
                </c:pt>
                <c:pt idx="268">
                  <c:v>0.49333672</c:v>
                </c:pt>
                <c:pt idx="269">
                  <c:v>0.50206631</c:v>
                </c:pt>
                <c:pt idx="270">
                  <c:v>0.56626843</c:v>
                </c:pt>
                <c:pt idx="271">
                  <c:v>0.58895424</c:v>
                </c:pt>
                <c:pt idx="272">
                  <c:v>0.54545455</c:v>
                </c:pt>
                <c:pt idx="273">
                  <c:v>0.55174191</c:v>
                </c:pt>
                <c:pt idx="274">
                  <c:v>0.5712625</c:v>
                </c:pt>
                <c:pt idx="275">
                  <c:v>0.52061226</c:v>
                </c:pt>
                <c:pt idx="276">
                  <c:v>0.5443229</c:v>
                </c:pt>
                <c:pt idx="277">
                  <c:v>0.57530494</c:v>
                </c:pt>
                <c:pt idx="278">
                  <c:v>1.37318635</c:v>
                </c:pt>
                <c:pt idx="279">
                  <c:v>1.55001578</c:v>
                </c:pt>
                <c:pt idx="280">
                  <c:v>1.41983268</c:v>
                </c:pt>
                <c:pt idx="281">
                  <c:v>1.5307182</c:v>
                </c:pt>
                <c:pt idx="282">
                  <c:v>1.89903288</c:v>
                </c:pt>
                <c:pt idx="283">
                  <c:v>1.86515354</c:v>
                </c:pt>
                <c:pt idx="284">
                  <c:v>1.98765667</c:v>
                </c:pt>
                <c:pt idx="285">
                  <c:v>1.52284264</c:v>
                </c:pt>
                <c:pt idx="286">
                  <c:v>1.55942988</c:v>
                </c:pt>
                <c:pt idx="287">
                  <c:v>1.51979462</c:v>
                </c:pt>
                <c:pt idx="288">
                  <c:v>1.55416321</c:v>
                </c:pt>
                <c:pt idx="289">
                  <c:v>0.7795027</c:v>
                </c:pt>
                <c:pt idx="290">
                  <c:v>0.75727312</c:v>
                </c:pt>
                <c:pt idx="291">
                  <c:v>0.75442478</c:v>
                </c:pt>
                <c:pt idx="292">
                  <c:v>0.83543948</c:v>
                </c:pt>
                <c:pt idx="293">
                  <c:v>0.67247706</c:v>
                </c:pt>
                <c:pt idx="294">
                  <c:v>0.62242424</c:v>
                </c:pt>
                <c:pt idx="295">
                  <c:v>0.74110564</c:v>
                </c:pt>
                <c:pt idx="296">
                  <c:v>0.77680141</c:v>
                </c:pt>
                <c:pt idx="297">
                  <c:v>0.83997299</c:v>
                </c:pt>
                <c:pt idx="298">
                  <c:v>0.77230668</c:v>
                </c:pt>
                <c:pt idx="299">
                  <c:v>0.80040009</c:v>
                </c:pt>
                <c:pt idx="300">
                  <c:v>0.80140544</c:v>
                </c:pt>
                <c:pt idx="301">
                  <c:v>0.76009053</c:v>
                </c:pt>
                <c:pt idx="302">
                  <c:v>0.90073394</c:v>
                </c:pt>
                <c:pt idx="303">
                  <c:v>0.86059744</c:v>
                </c:pt>
                <c:pt idx="304">
                  <c:v>0.85546218</c:v>
                </c:pt>
                <c:pt idx="305">
                  <c:v>0.79355354</c:v>
                </c:pt>
                <c:pt idx="306">
                  <c:v>0.89222536</c:v>
                </c:pt>
                <c:pt idx="307">
                  <c:v>0.8166223</c:v>
                </c:pt>
                <c:pt idx="308">
                  <c:v>0.89205984</c:v>
                </c:pt>
                <c:pt idx="309">
                  <c:v>0.94554382</c:v>
                </c:pt>
                <c:pt idx="310">
                  <c:v>0.72515949</c:v>
                </c:pt>
                <c:pt idx="311">
                  <c:v>0.78293039</c:v>
                </c:pt>
                <c:pt idx="312">
                  <c:v>0.69124672</c:v>
                </c:pt>
                <c:pt idx="313">
                  <c:v>0.80835086</c:v>
                </c:pt>
                <c:pt idx="314">
                  <c:v>1.03911464</c:v>
                </c:pt>
                <c:pt idx="315">
                  <c:v>1.13118812</c:v>
                </c:pt>
                <c:pt idx="316">
                  <c:v>1.06973934</c:v>
                </c:pt>
                <c:pt idx="317">
                  <c:v>0.79185958</c:v>
                </c:pt>
                <c:pt idx="318">
                  <c:v>0.7877551</c:v>
                </c:pt>
                <c:pt idx="319">
                  <c:v>0.70980556</c:v>
                </c:pt>
                <c:pt idx="320">
                  <c:v>0.76753716</c:v>
                </c:pt>
                <c:pt idx="321">
                  <c:v>0.65771625</c:v>
                </c:pt>
                <c:pt idx="322">
                  <c:v>0.63780707</c:v>
                </c:pt>
                <c:pt idx="323">
                  <c:v>0.62812161</c:v>
                </c:pt>
                <c:pt idx="324">
                  <c:v>0.73233216</c:v>
                </c:pt>
                <c:pt idx="325">
                  <c:v>0.64913312</c:v>
                </c:pt>
                <c:pt idx="326">
                  <c:v>0.605</c:v>
                </c:pt>
                <c:pt idx="327">
                  <c:v>0.65616181</c:v>
                </c:pt>
                <c:pt idx="328">
                  <c:v>0.66733068</c:v>
                </c:pt>
                <c:pt idx="329">
                  <c:v>0.70985692</c:v>
                </c:pt>
                <c:pt idx="330">
                  <c:v>0.71227426</c:v>
                </c:pt>
                <c:pt idx="331">
                  <c:v>0.68499218</c:v>
                </c:pt>
                <c:pt idx="332">
                  <c:v>0.48512033</c:v>
                </c:pt>
                <c:pt idx="333">
                  <c:v>0.44444444</c:v>
                </c:pt>
                <c:pt idx="334">
                  <c:v>0.44628417</c:v>
                </c:pt>
                <c:pt idx="335">
                  <c:v>0.51981707</c:v>
                </c:pt>
                <c:pt idx="336">
                  <c:v>0.50674936</c:v>
                </c:pt>
                <c:pt idx="337">
                  <c:v>0.54945718</c:v>
                </c:pt>
                <c:pt idx="338">
                  <c:v>0.6185853</c:v>
                </c:pt>
                <c:pt idx="339">
                  <c:v>0.54863402</c:v>
                </c:pt>
                <c:pt idx="340">
                  <c:v>0.54420979</c:v>
                </c:pt>
                <c:pt idx="341">
                  <c:v>0.60072289</c:v>
                </c:pt>
                <c:pt idx="342">
                  <c:v>0.56977137</c:v>
                </c:pt>
                <c:pt idx="343">
                  <c:v>0.76684174</c:v>
                </c:pt>
                <c:pt idx="344">
                  <c:v>0.78179697</c:v>
                </c:pt>
                <c:pt idx="345">
                  <c:v>0.75966202</c:v>
                </c:pt>
                <c:pt idx="346">
                  <c:v>0.84245783</c:v>
                </c:pt>
                <c:pt idx="347">
                  <c:v>1.04225352</c:v>
                </c:pt>
                <c:pt idx="348">
                  <c:v>1.05892034</c:v>
                </c:pt>
                <c:pt idx="349">
                  <c:v>1.09821429</c:v>
                </c:pt>
                <c:pt idx="350">
                  <c:v>0.78761515</c:v>
                </c:pt>
                <c:pt idx="351">
                  <c:v>0.85804616</c:v>
                </c:pt>
                <c:pt idx="352">
                  <c:v>0.86887006</c:v>
                </c:pt>
                <c:pt idx="353">
                  <c:v>0.82118692</c:v>
                </c:pt>
                <c:pt idx="354">
                  <c:v>0.61956769</c:v>
                </c:pt>
                <c:pt idx="355">
                  <c:v>0.62111801</c:v>
                </c:pt>
                <c:pt idx="356">
                  <c:v>0.49577236</c:v>
                </c:pt>
                <c:pt idx="357">
                  <c:v>0.64103007</c:v>
                </c:pt>
                <c:pt idx="358">
                  <c:v>0.54772036</c:v>
                </c:pt>
                <c:pt idx="359">
                  <c:v>0.58280028</c:v>
                </c:pt>
                <c:pt idx="360">
                  <c:v>0.55409946</c:v>
                </c:pt>
                <c:pt idx="361">
                  <c:v>0.56968959</c:v>
                </c:pt>
                <c:pt idx="362">
                  <c:v>0.61421144</c:v>
                </c:pt>
                <c:pt idx="363">
                  <c:v>0.6742463</c:v>
                </c:pt>
                <c:pt idx="364">
                  <c:v>0.66237309</c:v>
                </c:pt>
                <c:pt idx="365">
                  <c:v>0.55544644</c:v>
                </c:pt>
                <c:pt idx="366">
                  <c:v>0.51899017</c:v>
                </c:pt>
                <c:pt idx="367">
                  <c:v>0.50192678</c:v>
                </c:pt>
                <c:pt idx="368">
                  <c:v>0.58444364</c:v>
                </c:pt>
                <c:pt idx="369">
                  <c:v>0.56781564</c:v>
                </c:pt>
                <c:pt idx="370">
                  <c:v>0.58594692</c:v>
                </c:pt>
                <c:pt idx="371">
                  <c:v>0.51695802</c:v>
                </c:pt>
                <c:pt idx="372">
                  <c:v>0.5716006</c:v>
                </c:pt>
                <c:pt idx="373">
                  <c:v>0.60426872</c:v>
                </c:pt>
                <c:pt idx="374">
                  <c:v>0.59175578</c:v>
                </c:pt>
                <c:pt idx="375">
                  <c:v>0.60286385</c:v>
                </c:pt>
                <c:pt idx="376">
                  <c:v>0.7755391</c:v>
                </c:pt>
                <c:pt idx="377">
                  <c:v>0.83687317</c:v>
                </c:pt>
                <c:pt idx="378">
                  <c:v>0.8035104</c:v>
                </c:pt>
                <c:pt idx="379">
                  <c:v>0.86087406</c:v>
                </c:pt>
                <c:pt idx="380">
                  <c:v>1.18647979</c:v>
                </c:pt>
                <c:pt idx="381">
                  <c:v>1.34759749</c:v>
                </c:pt>
                <c:pt idx="382">
                  <c:v>0.97674419</c:v>
                </c:pt>
                <c:pt idx="383">
                  <c:v>1.34787234</c:v>
                </c:pt>
                <c:pt idx="384">
                  <c:v>0.83196259</c:v>
                </c:pt>
                <c:pt idx="385">
                  <c:v>0.89309238</c:v>
                </c:pt>
                <c:pt idx="386">
                  <c:v>0.79220944</c:v>
                </c:pt>
                <c:pt idx="387">
                  <c:v>0.80280931</c:v>
                </c:pt>
                <c:pt idx="388">
                  <c:v>0.73291202</c:v>
                </c:pt>
                <c:pt idx="389">
                  <c:v>0.70805938</c:v>
                </c:pt>
                <c:pt idx="390">
                  <c:v>0.69572305</c:v>
                </c:pt>
                <c:pt idx="391">
                  <c:v>0.76984877</c:v>
                </c:pt>
                <c:pt idx="392">
                  <c:v>0.64992928</c:v>
                </c:pt>
                <c:pt idx="393">
                  <c:v>0.70398773</c:v>
                </c:pt>
                <c:pt idx="394">
                  <c:v>0.71195402</c:v>
                </c:pt>
                <c:pt idx="395">
                  <c:v>0.74234195</c:v>
                </c:pt>
                <c:pt idx="396">
                  <c:v>0.78791469</c:v>
                </c:pt>
                <c:pt idx="397">
                  <c:v>0.76579467</c:v>
                </c:pt>
                <c:pt idx="398">
                  <c:v>0.7994935</c:v>
                </c:pt>
                <c:pt idx="399">
                  <c:v>0.56748835</c:v>
                </c:pt>
                <c:pt idx="400">
                  <c:v>0.57047046</c:v>
                </c:pt>
                <c:pt idx="401">
                  <c:v>0.51061552</c:v>
                </c:pt>
                <c:pt idx="402">
                  <c:v>0.5877728</c:v>
                </c:pt>
                <c:pt idx="403">
                  <c:v>0.61556604</c:v>
                </c:pt>
                <c:pt idx="404">
                  <c:v>0.66774641</c:v>
                </c:pt>
                <c:pt idx="405">
                  <c:v>0.62350738</c:v>
                </c:pt>
                <c:pt idx="406">
                  <c:v>0.60966526</c:v>
                </c:pt>
                <c:pt idx="407">
                  <c:v>0.580016</c:v>
                </c:pt>
                <c:pt idx="408">
                  <c:v>0.60856793</c:v>
                </c:pt>
                <c:pt idx="409">
                  <c:v>0.613666</c:v>
                </c:pt>
                <c:pt idx="410">
                  <c:v>1.36354012</c:v>
                </c:pt>
                <c:pt idx="411">
                  <c:v>1.44896776</c:v>
                </c:pt>
                <c:pt idx="412">
                  <c:v>1.34944875</c:v>
                </c:pt>
                <c:pt idx="413">
                  <c:v>1.50431847</c:v>
                </c:pt>
                <c:pt idx="414">
                  <c:v>1.79430057</c:v>
                </c:pt>
                <c:pt idx="415">
                  <c:v>1.94592445</c:v>
                </c:pt>
                <c:pt idx="416">
                  <c:v>1.9756453</c:v>
                </c:pt>
                <c:pt idx="417">
                  <c:v>1.53073096</c:v>
                </c:pt>
                <c:pt idx="418">
                  <c:v>1.4845173</c:v>
                </c:pt>
                <c:pt idx="419">
                  <c:v>1.47782848</c:v>
                </c:pt>
                <c:pt idx="420">
                  <c:v>1.48862405</c:v>
                </c:pt>
                <c:pt idx="421">
                  <c:v>0.67068125</c:v>
                </c:pt>
                <c:pt idx="422">
                  <c:v>0.68237386</c:v>
                </c:pt>
                <c:pt idx="423">
                  <c:v>0.67336916</c:v>
                </c:pt>
                <c:pt idx="424">
                  <c:v>0.72794744</c:v>
                </c:pt>
                <c:pt idx="425">
                  <c:v>0.56554392</c:v>
                </c:pt>
                <c:pt idx="426">
                  <c:v>0.56794142</c:v>
                </c:pt>
                <c:pt idx="427">
                  <c:v>0.59633508</c:v>
                </c:pt>
                <c:pt idx="428">
                  <c:v>0.69321971</c:v>
                </c:pt>
                <c:pt idx="429">
                  <c:v>0.63043478</c:v>
                </c:pt>
                <c:pt idx="430">
                  <c:v>0.61477746</c:v>
                </c:pt>
                <c:pt idx="431">
                  <c:v>0.71959057</c:v>
                </c:pt>
                <c:pt idx="432">
                  <c:v>0.77406139</c:v>
                </c:pt>
                <c:pt idx="433">
                  <c:v>0.69807281</c:v>
                </c:pt>
                <c:pt idx="434">
                  <c:v>0.77930139</c:v>
                </c:pt>
                <c:pt idx="435">
                  <c:v>0.788</c:v>
                </c:pt>
                <c:pt idx="436">
                  <c:v>0.79502515</c:v>
                </c:pt>
                <c:pt idx="437">
                  <c:v>0.84989059</c:v>
                </c:pt>
                <c:pt idx="438">
                  <c:v>0.72774461</c:v>
                </c:pt>
                <c:pt idx="439">
                  <c:v>0.8084063</c:v>
                </c:pt>
                <c:pt idx="440">
                  <c:v>0.80042627</c:v>
                </c:pt>
                <c:pt idx="441">
                  <c:v>0.81751691</c:v>
                </c:pt>
                <c:pt idx="442">
                  <c:v>0.82019476</c:v>
                </c:pt>
                <c:pt idx="443">
                  <c:v>0.80687269</c:v>
                </c:pt>
                <c:pt idx="444">
                  <c:v>0.88542435</c:v>
                </c:pt>
                <c:pt idx="445">
                  <c:v>0.80093125</c:v>
                </c:pt>
                <c:pt idx="446">
                  <c:v>1.23137227</c:v>
                </c:pt>
                <c:pt idx="447">
                  <c:v>1.23385163</c:v>
                </c:pt>
                <c:pt idx="448">
                  <c:v>1.35622407</c:v>
                </c:pt>
                <c:pt idx="449">
                  <c:v>0.94768016</c:v>
                </c:pt>
                <c:pt idx="450">
                  <c:v>1.37178423</c:v>
                </c:pt>
                <c:pt idx="451">
                  <c:v>0.90591713</c:v>
                </c:pt>
                <c:pt idx="452">
                  <c:v>0.78913948</c:v>
                </c:pt>
                <c:pt idx="453">
                  <c:v>0.84053663</c:v>
                </c:pt>
                <c:pt idx="454">
                  <c:v>0.87545872</c:v>
                </c:pt>
                <c:pt idx="455">
                  <c:v>0.74050849</c:v>
                </c:pt>
                <c:pt idx="456">
                  <c:v>0.60439032</c:v>
                </c:pt>
                <c:pt idx="457">
                  <c:v>0.65521941</c:v>
                </c:pt>
                <c:pt idx="458">
                  <c:v>0.80152433</c:v>
                </c:pt>
                <c:pt idx="459">
                  <c:v>0.643699</c:v>
                </c:pt>
                <c:pt idx="460">
                  <c:v>0.5858878</c:v>
                </c:pt>
                <c:pt idx="461">
                  <c:v>0.6212976</c:v>
                </c:pt>
                <c:pt idx="462">
                  <c:v>0.6794739</c:v>
                </c:pt>
                <c:pt idx="463">
                  <c:v>0.71550411</c:v>
                </c:pt>
                <c:pt idx="464">
                  <c:v>0.74018827</c:v>
                </c:pt>
                <c:pt idx="465">
                  <c:v>0.76008429</c:v>
                </c:pt>
                <c:pt idx="466">
                  <c:v>0.50925624</c:v>
                </c:pt>
                <c:pt idx="467">
                  <c:v>0.47056258</c:v>
                </c:pt>
                <c:pt idx="468">
                  <c:v>0.52283135</c:v>
                </c:pt>
                <c:pt idx="469">
                  <c:v>0.57182685</c:v>
                </c:pt>
                <c:pt idx="470">
                  <c:v>0.57240854</c:v>
                </c:pt>
                <c:pt idx="471">
                  <c:v>0.62440191</c:v>
                </c:pt>
                <c:pt idx="472">
                  <c:v>0.61969381</c:v>
                </c:pt>
                <c:pt idx="473">
                  <c:v>0.60463847</c:v>
                </c:pt>
                <c:pt idx="474">
                  <c:v>0.59450172</c:v>
                </c:pt>
                <c:pt idx="475">
                  <c:v>0.63072505</c:v>
                </c:pt>
                <c:pt idx="476">
                  <c:v>0.62755429</c:v>
                </c:pt>
                <c:pt idx="477">
                  <c:v>0.86948707</c:v>
                </c:pt>
                <c:pt idx="478">
                  <c:v>0.91803662</c:v>
                </c:pt>
                <c:pt idx="479">
                  <c:v>0.87038988</c:v>
                </c:pt>
                <c:pt idx="480">
                  <c:v>0.99407536</c:v>
                </c:pt>
                <c:pt idx="481">
                  <c:v>1.16283761</c:v>
                </c:pt>
                <c:pt idx="482">
                  <c:v>1.27226148</c:v>
                </c:pt>
                <c:pt idx="483">
                  <c:v>1.11554447</c:v>
                </c:pt>
                <c:pt idx="484">
                  <c:v>1.24866356</c:v>
                </c:pt>
                <c:pt idx="485">
                  <c:v>0.95178403</c:v>
                </c:pt>
                <c:pt idx="486">
                  <c:v>0.91033971</c:v>
                </c:pt>
                <c:pt idx="487">
                  <c:v>0.94410942</c:v>
                </c:pt>
                <c:pt idx="488">
                  <c:v>0.96311933</c:v>
                </c:pt>
                <c:pt idx="489">
                  <c:v>0.63735806</c:v>
                </c:pt>
                <c:pt idx="490">
                  <c:v>0.58066759</c:v>
                </c:pt>
                <c:pt idx="491">
                  <c:v>0.61889302</c:v>
                </c:pt>
                <c:pt idx="492">
                  <c:v>0.71151006</c:v>
                </c:pt>
                <c:pt idx="493">
                  <c:v>0.59481341</c:v>
                </c:pt>
                <c:pt idx="494">
                  <c:v>0.5329027</c:v>
                </c:pt>
                <c:pt idx="495">
                  <c:v>0.42148228</c:v>
                </c:pt>
                <c:pt idx="496">
                  <c:v>0.61441122</c:v>
                </c:pt>
                <c:pt idx="497">
                  <c:v>0.60244342</c:v>
                </c:pt>
                <c:pt idx="498">
                  <c:v>0.66538338</c:v>
                </c:pt>
                <c:pt idx="499">
                  <c:v>0.63423796</c:v>
                </c:pt>
                <c:pt idx="500">
                  <c:v>0.55765509</c:v>
                </c:pt>
                <c:pt idx="501">
                  <c:v>0.53102105</c:v>
                </c:pt>
                <c:pt idx="502">
                  <c:v>0.5889918</c:v>
                </c:pt>
                <c:pt idx="503">
                  <c:v>0.6410294</c:v>
                </c:pt>
                <c:pt idx="504">
                  <c:v>0.61668252</c:v>
                </c:pt>
                <c:pt idx="505">
                  <c:v>0.53711652</c:v>
                </c:pt>
                <c:pt idx="506">
                  <c:v>0.63587571</c:v>
                </c:pt>
                <c:pt idx="507">
                  <c:v>0.63300971</c:v>
                </c:pt>
                <c:pt idx="508">
                  <c:v>0.61159517</c:v>
                </c:pt>
                <c:pt idx="509">
                  <c:v>0.65067061</c:v>
                </c:pt>
                <c:pt idx="510">
                  <c:v>0.6619426</c:v>
                </c:pt>
                <c:pt idx="511">
                  <c:v>0.77748113</c:v>
                </c:pt>
                <c:pt idx="512">
                  <c:v>0.79850443</c:v>
                </c:pt>
                <c:pt idx="513">
                  <c:v>0.77749118</c:v>
                </c:pt>
                <c:pt idx="514">
                  <c:v>0.84191474</c:v>
                </c:pt>
                <c:pt idx="515">
                  <c:v>1.16171895</c:v>
                </c:pt>
                <c:pt idx="516">
                  <c:v>1.12522007</c:v>
                </c:pt>
                <c:pt idx="517">
                  <c:v>1.01038339</c:v>
                </c:pt>
                <c:pt idx="518">
                  <c:v>1.16675172</c:v>
                </c:pt>
                <c:pt idx="519">
                  <c:v>0.75722278</c:v>
                </c:pt>
                <c:pt idx="520">
                  <c:v>0.82279107</c:v>
                </c:pt>
                <c:pt idx="521">
                  <c:v>0.79366995</c:v>
                </c:pt>
                <c:pt idx="522">
                  <c:v>0.78042188</c:v>
                </c:pt>
                <c:pt idx="523">
                  <c:v>0.75642965</c:v>
                </c:pt>
                <c:pt idx="524">
                  <c:v>0.69445022</c:v>
                </c:pt>
                <c:pt idx="525">
                  <c:v>0.75020184</c:v>
                </c:pt>
                <c:pt idx="526">
                  <c:v>0.89856387</c:v>
                </c:pt>
                <c:pt idx="527">
                  <c:v>0.66407643</c:v>
                </c:pt>
                <c:pt idx="528">
                  <c:v>0.62385644</c:v>
                </c:pt>
                <c:pt idx="529">
                  <c:v>0.67304625</c:v>
                </c:pt>
                <c:pt idx="530">
                  <c:v>0.75692216</c:v>
                </c:pt>
                <c:pt idx="531">
                  <c:v>0.74970024</c:v>
                </c:pt>
                <c:pt idx="532">
                  <c:v>0.73942013</c:v>
                </c:pt>
                <c:pt idx="533">
                  <c:v>0.77213868</c:v>
                </c:pt>
                <c:pt idx="534">
                  <c:v>0.54858006</c:v>
                </c:pt>
                <c:pt idx="535">
                  <c:v>0.53670445</c:v>
                </c:pt>
                <c:pt idx="536">
                  <c:v>0.55998773</c:v>
                </c:pt>
                <c:pt idx="537">
                  <c:v>0.57537204</c:v>
                </c:pt>
                <c:pt idx="538">
                  <c:v>0.5839905</c:v>
                </c:pt>
                <c:pt idx="539">
                  <c:v>0.60871092</c:v>
                </c:pt>
                <c:pt idx="540">
                  <c:v>0.67688508</c:v>
                </c:pt>
                <c:pt idx="541">
                  <c:v>0.59511797</c:v>
                </c:pt>
                <c:pt idx="542">
                  <c:v>0.57111734</c:v>
                </c:pt>
                <c:pt idx="543">
                  <c:v>0.60349162</c:v>
                </c:pt>
                <c:pt idx="544">
                  <c:v>0.60589833</c:v>
                </c:pt>
                <c:pt idx="545">
                  <c:v>1.51255894</c:v>
                </c:pt>
                <c:pt idx="546">
                  <c:v>1.6557971</c:v>
                </c:pt>
                <c:pt idx="547">
                  <c:v>1.36051839</c:v>
                </c:pt>
                <c:pt idx="548">
                  <c:v>1.56015835</c:v>
                </c:pt>
                <c:pt idx="549">
                  <c:v>1.88697605</c:v>
                </c:pt>
                <c:pt idx="550">
                  <c:v>1.57088714</c:v>
                </c:pt>
                <c:pt idx="551">
                  <c:v>1.65907781</c:v>
                </c:pt>
                <c:pt idx="552">
                  <c:v>1.52876548</c:v>
                </c:pt>
                <c:pt idx="553">
                  <c:v>1.5361094</c:v>
                </c:pt>
                <c:pt idx="554">
                  <c:v>0.71523775</c:v>
                </c:pt>
                <c:pt idx="555">
                  <c:v>0.83000512</c:v>
                </c:pt>
                <c:pt idx="556">
                  <c:v>0.78506651</c:v>
                </c:pt>
                <c:pt idx="557">
                  <c:v>0.74118477</c:v>
                </c:pt>
                <c:pt idx="558">
                  <c:v>0.65191298</c:v>
                </c:pt>
                <c:pt idx="559">
                  <c:v>0.54736842</c:v>
                </c:pt>
                <c:pt idx="560">
                  <c:v>0.69360052</c:v>
                </c:pt>
                <c:pt idx="561">
                  <c:v>0.85754386</c:v>
                </c:pt>
                <c:pt idx="562">
                  <c:v>0.66614256</c:v>
                </c:pt>
                <c:pt idx="563">
                  <c:v>0.64902913</c:v>
                </c:pt>
                <c:pt idx="564">
                  <c:v>0.80386543</c:v>
                </c:pt>
                <c:pt idx="565">
                  <c:v>0.82834778</c:v>
                </c:pt>
                <c:pt idx="566">
                  <c:v>0.76250687</c:v>
                </c:pt>
                <c:pt idx="567">
                  <c:v>0.90556397</c:v>
                </c:pt>
                <c:pt idx="568">
                  <c:v>0.8737109</c:v>
                </c:pt>
                <c:pt idx="569">
                  <c:v>0.81496326</c:v>
                </c:pt>
                <c:pt idx="570">
                  <c:v>0.88755981</c:v>
                </c:pt>
                <c:pt idx="571">
                  <c:v>0.84589274</c:v>
                </c:pt>
                <c:pt idx="572">
                  <c:v>0.8440163</c:v>
                </c:pt>
                <c:pt idx="573">
                  <c:v>0.98248073</c:v>
                </c:pt>
                <c:pt idx="574">
                  <c:v>0.9642567</c:v>
                </c:pt>
                <c:pt idx="575">
                  <c:v>0.80822379</c:v>
                </c:pt>
                <c:pt idx="576">
                  <c:v>0.79283371</c:v>
                </c:pt>
                <c:pt idx="577">
                  <c:v>0.80609785</c:v>
                </c:pt>
                <c:pt idx="578">
                  <c:v>0.85757357</c:v>
                </c:pt>
                <c:pt idx="579">
                  <c:v>1.134625</c:v>
                </c:pt>
                <c:pt idx="580">
                  <c:v>1.19227144</c:v>
                </c:pt>
                <c:pt idx="581">
                  <c:v>1.24589184</c:v>
                </c:pt>
                <c:pt idx="582">
                  <c:v>0.86981469</c:v>
                </c:pt>
                <c:pt idx="583">
                  <c:v>0.83827923</c:v>
                </c:pt>
                <c:pt idx="584">
                  <c:v>0.93511843</c:v>
                </c:pt>
                <c:pt idx="585">
                  <c:v>0.88575084</c:v>
                </c:pt>
                <c:pt idx="586">
                  <c:v>0.73765569</c:v>
                </c:pt>
                <c:pt idx="587">
                  <c:v>0.7985782</c:v>
                </c:pt>
                <c:pt idx="588">
                  <c:v>0.68038982</c:v>
                </c:pt>
                <c:pt idx="589">
                  <c:v>0.8057565</c:v>
                </c:pt>
                <c:pt idx="590">
                  <c:v>0.62024867</c:v>
                </c:pt>
                <c:pt idx="591">
                  <c:v>0.52111411</c:v>
                </c:pt>
                <c:pt idx="592">
                  <c:v>0.57373632</c:v>
                </c:pt>
                <c:pt idx="593">
                  <c:v>0.77314211</c:v>
                </c:pt>
                <c:pt idx="594">
                  <c:v>0.68934791</c:v>
                </c:pt>
                <c:pt idx="595">
                  <c:v>0.67800079</c:v>
                </c:pt>
                <c:pt idx="596">
                  <c:v>0.7564347</c:v>
                </c:pt>
                <c:pt idx="597">
                  <c:v>0.49464867</c:v>
                </c:pt>
                <c:pt idx="598">
                  <c:v>0.51747434</c:v>
                </c:pt>
                <c:pt idx="599">
                  <c:v>0.49339306</c:v>
                </c:pt>
                <c:pt idx="600">
                  <c:v>0.55042594</c:v>
                </c:pt>
                <c:pt idx="601">
                  <c:v>0.60884354</c:v>
                </c:pt>
                <c:pt idx="602">
                  <c:v>0.53499407</c:v>
                </c:pt>
                <c:pt idx="603">
                  <c:v>0.56264237</c:v>
                </c:pt>
                <c:pt idx="604">
                  <c:v>0.57745999</c:v>
                </c:pt>
                <c:pt idx="605">
                  <c:v>0.4718529</c:v>
                </c:pt>
                <c:pt idx="606">
                  <c:v>0.59207819</c:v>
                </c:pt>
                <c:pt idx="607">
                  <c:v>0.55924711</c:v>
                </c:pt>
                <c:pt idx="608">
                  <c:v>0.96957354</c:v>
                </c:pt>
                <c:pt idx="609">
                  <c:v>0.99821576</c:v>
                </c:pt>
                <c:pt idx="610">
                  <c:v>0.89527829</c:v>
                </c:pt>
                <c:pt idx="611">
                  <c:v>0.98674498</c:v>
                </c:pt>
                <c:pt idx="612">
                  <c:v>1.33128619</c:v>
                </c:pt>
                <c:pt idx="613">
                  <c:v>1.20931658</c:v>
                </c:pt>
                <c:pt idx="614">
                  <c:v>1.28527206</c:v>
                </c:pt>
                <c:pt idx="615">
                  <c:v>0.99713421</c:v>
                </c:pt>
                <c:pt idx="616">
                  <c:v>1.06616467</c:v>
                </c:pt>
                <c:pt idx="617">
                  <c:v>0.98304406</c:v>
                </c:pt>
                <c:pt idx="618">
                  <c:v>0.99285245</c:v>
                </c:pt>
                <c:pt idx="619">
                  <c:v>0.62707883</c:v>
                </c:pt>
                <c:pt idx="620">
                  <c:v>0.57842441</c:v>
                </c:pt>
                <c:pt idx="621">
                  <c:v>0.62714073</c:v>
                </c:pt>
                <c:pt idx="622">
                  <c:v>0.64792264</c:v>
                </c:pt>
                <c:pt idx="623">
                  <c:v>0.5701212</c:v>
                </c:pt>
                <c:pt idx="624">
                  <c:v>0.43045843</c:v>
                </c:pt>
                <c:pt idx="625">
                  <c:v>0.57210402</c:v>
                </c:pt>
                <c:pt idx="626">
                  <c:v>0.66767161</c:v>
                </c:pt>
                <c:pt idx="627">
                  <c:v>0.64802632</c:v>
                </c:pt>
                <c:pt idx="628">
                  <c:v>0.62717304</c:v>
                </c:pt>
                <c:pt idx="629">
                  <c:v>0.7093387</c:v>
                </c:pt>
                <c:pt idx="630">
                  <c:v>0.61363636</c:v>
                </c:pt>
                <c:pt idx="631">
                  <c:v>0.58123992</c:v>
                </c:pt>
                <c:pt idx="632">
                  <c:v>0.6107907</c:v>
                </c:pt>
                <c:pt idx="633">
                  <c:v>0.60657224</c:v>
                </c:pt>
                <c:pt idx="634">
                  <c:v>0.61941356</c:v>
                </c:pt>
                <c:pt idx="635">
                  <c:v>0.62775157</c:v>
                </c:pt>
                <c:pt idx="636">
                  <c:v>0.61944913</c:v>
                </c:pt>
                <c:pt idx="637">
                  <c:v>0.61006968</c:v>
                </c:pt>
                <c:pt idx="638">
                  <c:v>0.68668356</c:v>
                </c:pt>
                <c:pt idx="639">
                  <c:v>0.71440097</c:v>
                </c:pt>
                <c:pt idx="640">
                  <c:v>0.63824558</c:v>
                </c:pt>
                <c:pt idx="641">
                  <c:v>0.82928442</c:v>
                </c:pt>
                <c:pt idx="642">
                  <c:v>0.87053571</c:v>
                </c:pt>
                <c:pt idx="643">
                  <c:v>0.79151889</c:v>
                </c:pt>
                <c:pt idx="644">
                  <c:v>0.90651974</c:v>
                </c:pt>
                <c:pt idx="645">
                  <c:v>1.23998239</c:v>
                </c:pt>
                <c:pt idx="646">
                  <c:v>1.2977062</c:v>
                </c:pt>
                <c:pt idx="647">
                  <c:v>1.31724935</c:v>
                </c:pt>
                <c:pt idx="648">
                  <c:v>0.83689205</c:v>
                </c:pt>
                <c:pt idx="649">
                  <c:v>0.79953038</c:v>
                </c:pt>
                <c:pt idx="650">
                  <c:v>0.88432217</c:v>
                </c:pt>
                <c:pt idx="651">
                  <c:v>0.77227723</c:v>
                </c:pt>
                <c:pt idx="652">
                  <c:v>0.78713717</c:v>
                </c:pt>
                <c:pt idx="653">
                  <c:v>0.75593372</c:v>
                </c:pt>
                <c:pt idx="654">
                  <c:v>0.76427132</c:v>
                </c:pt>
                <c:pt idx="655">
                  <c:v>0.78993308</c:v>
                </c:pt>
                <c:pt idx="656">
                  <c:v>0.67789934</c:v>
                </c:pt>
                <c:pt idx="657">
                  <c:v>0.55257937</c:v>
                </c:pt>
                <c:pt idx="658">
                  <c:v>0.74349711</c:v>
                </c:pt>
                <c:pt idx="659">
                  <c:v>0.75206922</c:v>
                </c:pt>
                <c:pt idx="660">
                  <c:v>0.88688801</c:v>
                </c:pt>
                <c:pt idx="661">
                  <c:v>0.77139037</c:v>
                </c:pt>
                <c:pt idx="662">
                  <c:v>0.857277</c:v>
                </c:pt>
                <c:pt idx="663">
                  <c:v>0.60091984</c:v>
                </c:pt>
                <c:pt idx="664">
                  <c:v>0.5642883</c:v>
                </c:pt>
                <c:pt idx="665">
                  <c:v>0.56734155</c:v>
                </c:pt>
                <c:pt idx="666">
                  <c:v>0.59550296</c:v>
                </c:pt>
                <c:pt idx="667">
                  <c:v>0.67817226</c:v>
                </c:pt>
                <c:pt idx="668">
                  <c:v>0.71126761</c:v>
                </c:pt>
                <c:pt idx="669">
                  <c:v>0.68107303</c:v>
                </c:pt>
                <c:pt idx="670">
                  <c:v>0.62925232</c:v>
                </c:pt>
                <c:pt idx="671">
                  <c:v>0.61927711</c:v>
                </c:pt>
                <c:pt idx="672">
                  <c:v>0.61141975</c:v>
                </c:pt>
                <c:pt idx="673">
                  <c:v>0.63855809</c:v>
                </c:pt>
                <c:pt idx="674">
                  <c:v>1.18284713</c:v>
                </c:pt>
                <c:pt idx="675">
                  <c:v>1.2027764</c:v>
                </c:pt>
                <c:pt idx="676">
                  <c:v>1.19695613</c:v>
                </c:pt>
                <c:pt idx="677">
                  <c:v>1.21488114</c:v>
                </c:pt>
                <c:pt idx="678">
                  <c:v>1.65804312</c:v>
                </c:pt>
                <c:pt idx="679">
                  <c:v>1.81959911</c:v>
                </c:pt>
                <c:pt idx="680">
                  <c:v>1.70461354</c:v>
                </c:pt>
                <c:pt idx="681">
                  <c:v>1.31057029</c:v>
                </c:pt>
                <c:pt idx="682">
                  <c:v>1.3631068</c:v>
                </c:pt>
                <c:pt idx="683">
                  <c:v>1.26962306</c:v>
                </c:pt>
                <c:pt idx="684">
                  <c:v>1.27978339</c:v>
                </c:pt>
                <c:pt idx="685">
                  <c:v>0.60291667</c:v>
                </c:pt>
                <c:pt idx="686">
                  <c:v>0.68330309</c:v>
                </c:pt>
                <c:pt idx="687">
                  <c:v>0.49757282</c:v>
                </c:pt>
                <c:pt idx="688">
                  <c:v>0.62371487</c:v>
                </c:pt>
                <c:pt idx="689">
                  <c:v>0.46206503</c:v>
                </c:pt>
                <c:pt idx="690">
                  <c:v>0.62397431</c:v>
                </c:pt>
                <c:pt idx="691">
                  <c:v>0.56529851</c:v>
                </c:pt>
                <c:pt idx="692">
                  <c:v>0.59432387</c:v>
                </c:pt>
                <c:pt idx="693">
                  <c:v>0.65682415</c:v>
                </c:pt>
                <c:pt idx="694">
                  <c:v>0.71872975</c:v>
                </c:pt>
                <c:pt idx="695">
                  <c:v>0.66226259</c:v>
                </c:pt>
                <c:pt idx="696">
                  <c:v>0.75658317</c:v>
                </c:pt>
                <c:pt idx="697">
                  <c:v>0.68342086</c:v>
                </c:pt>
                <c:pt idx="698">
                  <c:v>0.70483005</c:v>
                </c:pt>
                <c:pt idx="699">
                  <c:v>0.67304104</c:v>
                </c:pt>
                <c:pt idx="700">
                  <c:v>0.87285858</c:v>
                </c:pt>
                <c:pt idx="701">
                  <c:v>0.78951817</c:v>
                </c:pt>
                <c:pt idx="702">
                  <c:v>0.82893226</c:v>
                </c:pt>
                <c:pt idx="703">
                  <c:v>0.93756522</c:v>
                </c:pt>
                <c:pt idx="704">
                  <c:v>1.2396204</c:v>
                </c:pt>
                <c:pt idx="705">
                  <c:v>1.2793177</c:v>
                </c:pt>
                <c:pt idx="706">
                  <c:v>1.21630769</c:v>
                </c:pt>
                <c:pt idx="707">
                  <c:v>0.89222615</c:v>
                </c:pt>
                <c:pt idx="708">
                  <c:v>0.83656609</c:v>
                </c:pt>
                <c:pt idx="709">
                  <c:v>0.86895161</c:v>
                </c:pt>
                <c:pt idx="710">
                  <c:v>0.98171881</c:v>
                </c:pt>
                <c:pt idx="711">
                  <c:v>0.59348937</c:v>
                </c:pt>
                <c:pt idx="712">
                  <c:v>0.62320917</c:v>
                </c:pt>
                <c:pt idx="713">
                  <c:v>0.63119534</c:v>
                </c:pt>
                <c:pt idx="714">
                  <c:v>0.64259029</c:v>
                </c:pt>
                <c:pt idx="715">
                  <c:v>0.54873646</c:v>
                </c:pt>
                <c:pt idx="716">
                  <c:v>0.47178131</c:v>
                </c:pt>
                <c:pt idx="717">
                  <c:v>0.48912404</c:v>
                </c:pt>
                <c:pt idx="718">
                  <c:v>0.60024855</c:v>
                </c:pt>
                <c:pt idx="719">
                  <c:v>0.55620915</c:v>
                </c:pt>
                <c:pt idx="720">
                  <c:v>0.61599256</c:v>
                </c:pt>
                <c:pt idx="721">
                  <c:v>0.66064834</c:v>
                </c:pt>
                <c:pt idx="722">
                  <c:v>0.53747715</c:v>
                </c:pt>
                <c:pt idx="723">
                  <c:v>0.50988822</c:v>
                </c:pt>
                <c:pt idx="724">
                  <c:v>0.46318841</c:v>
                </c:pt>
                <c:pt idx="725">
                  <c:v>0.61969214</c:v>
                </c:pt>
                <c:pt idx="726">
                  <c:v>0.66827068</c:v>
                </c:pt>
                <c:pt idx="727">
                  <c:v>0.57478368</c:v>
                </c:pt>
                <c:pt idx="728">
                  <c:v>0.54920128</c:v>
                </c:pt>
                <c:pt idx="729">
                  <c:v>0.62776111</c:v>
                </c:pt>
                <c:pt idx="730">
                  <c:v>0.55842241</c:v>
                </c:pt>
                <c:pt idx="731">
                  <c:v>0.61763558</c:v>
                </c:pt>
                <c:pt idx="732">
                  <c:v>0.58198522</c:v>
                </c:pt>
                <c:pt idx="733">
                  <c:v>0.78893859</c:v>
                </c:pt>
                <c:pt idx="734">
                  <c:v>2.01643192</c:v>
                </c:pt>
                <c:pt idx="735">
                  <c:v>0.87700192</c:v>
                </c:pt>
                <c:pt idx="736">
                  <c:v>0.94834363</c:v>
                </c:pt>
                <c:pt idx="737">
                  <c:v>0.58038904</c:v>
                </c:pt>
                <c:pt idx="738">
                  <c:v>0.72056909</c:v>
                </c:pt>
                <c:pt idx="739">
                  <c:v>0.7935254</c:v>
                </c:pt>
                <c:pt idx="740">
                  <c:v>0.69059346</c:v>
                </c:pt>
                <c:pt idx="741">
                  <c:v>0.77737953</c:v>
                </c:pt>
                <c:pt idx="742">
                  <c:v>1.06821429</c:v>
                </c:pt>
                <c:pt idx="743">
                  <c:v>1.27527574</c:v>
                </c:pt>
                <c:pt idx="744">
                  <c:v>1.16547819</c:v>
                </c:pt>
                <c:pt idx="745">
                  <c:v>0.78466805</c:v>
                </c:pt>
                <c:pt idx="746">
                  <c:v>0.70361523</c:v>
                </c:pt>
                <c:pt idx="747">
                  <c:v>0.75375679</c:v>
                </c:pt>
                <c:pt idx="748">
                  <c:v>0.76399463</c:v>
                </c:pt>
                <c:pt idx="749">
                  <c:v>0.71191003</c:v>
                </c:pt>
                <c:pt idx="750">
                  <c:v>0.61856913</c:v>
                </c:pt>
                <c:pt idx="751">
                  <c:v>0.60201511</c:v>
                </c:pt>
                <c:pt idx="752">
                  <c:v>0.73105311</c:v>
                </c:pt>
                <c:pt idx="753">
                  <c:v>0.71127749</c:v>
                </c:pt>
                <c:pt idx="754">
                  <c:v>0.83254044</c:v>
                </c:pt>
                <c:pt idx="755">
                  <c:v>0.61857214</c:v>
                </c:pt>
                <c:pt idx="756">
                  <c:v>0.70199417</c:v>
                </c:pt>
                <c:pt idx="757">
                  <c:v>0.70510708</c:v>
                </c:pt>
                <c:pt idx="758">
                  <c:v>0.72539635</c:v>
                </c:pt>
                <c:pt idx="759">
                  <c:v>0.75368468</c:v>
                </c:pt>
                <c:pt idx="760">
                  <c:v>0.54295432</c:v>
                </c:pt>
                <c:pt idx="761">
                  <c:v>0.52238304</c:v>
                </c:pt>
                <c:pt idx="762">
                  <c:v>0.4924041</c:v>
                </c:pt>
                <c:pt idx="763">
                  <c:v>0.50657242</c:v>
                </c:pt>
                <c:pt idx="764">
                  <c:v>0.6055516</c:v>
                </c:pt>
                <c:pt idx="765">
                  <c:v>0.60778936</c:v>
                </c:pt>
                <c:pt idx="766">
                  <c:v>0.51083591</c:v>
                </c:pt>
                <c:pt idx="767">
                  <c:v>0.54350962</c:v>
                </c:pt>
                <c:pt idx="768">
                  <c:v>0.50877921</c:v>
                </c:pt>
                <c:pt idx="769">
                  <c:v>0.58601327</c:v>
                </c:pt>
                <c:pt idx="770">
                  <c:v>0.52998892</c:v>
                </c:pt>
                <c:pt idx="771">
                  <c:v>0.56223464</c:v>
                </c:pt>
                <c:pt idx="772">
                  <c:v>1.36062229</c:v>
                </c:pt>
                <c:pt idx="773">
                  <c:v>1.45183215</c:v>
                </c:pt>
                <c:pt idx="774">
                  <c:v>1.29318808</c:v>
                </c:pt>
                <c:pt idx="775">
                  <c:v>1.45696245</c:v>
                </c:pt>
                <c:pt idx="776">
                  <c:v>1.74472215</c:v>
                </c:pt>
                <c:pt idx="777">
                  <c:v>1.92474747</c:v>
                </c:pt>
                <c:pt idx="778">
                  <c:v>1.90620592</c:v>
                </c:pt>
                <c:pt idx="779">
                  <c:v>1.40336134</c:v>
                </c:pt>
                <c:pt idx="780">
                  <c:v>1.44963768</c:v>
                </c:pt>
                <c:pt idx="781">
                  <c:v>1.363543</c:v>
                </c:pt>
                <c:pt idx="782">
                  <c:v>1.39072311</c:v>
                </c:pt>
                <c:pt idx="783">
                  <c:v>0.63431663</c:v>
                </c:pt>
                <c:pt idx="784">
                  <c:v>0.60463862</c:v>
                </c:pt>
                <c:pt idx="785">
                  <c:v>0.70785784</c:v>
                </c:pt>
                <c:pt idx="786">
                  <c:v>0.76962025</c:v>
                </c:pt>
                <c:pt idx="787">
                  <c:v>0.49306091</c:v>
                </c:pt>
                <c:pt idx="788">
                  <c:v>0.38910891</c:v>
                </c:pt>
                <c:pt idx="789">
                  <c:v>0.57698171</c:v>
                </c:pt>
                <c:pt idx="790">
                  <c:v>0.54047218</c:v>
                </c:pt>
                <c:pt idx="791">
                  <c:v>0.69785082</c:v>
                </c:pt>
                <c:pt idx="792">
                  <c:v>0.60664962</c:v>
                </c:pt>
                <c:pt idx="793">
                  <c:v>0.63485839</c:v>
                </c:pt>
                <c:pt idx="794">
                  <c:v>0.70714027</c:v>
                </c:pt>
                <c:pt idx="795">
                  <c:v>0.69852941</c:v>
                </c:pt>
                <c:pt idx="796">
                  <c:v>0.67203868</c:v>
                </c:pt>
                <c:pt idx="797">
                  <c:v>0.72182891</c:v>
                </c:pt>
                <c:pt idx="798">
                  <c:v>0.70046948</c:v>
                </c:pt>
                <c:pt idx="799">
                  <c:v>0.61486103</c:v>
                </c:pt>
                <c:pt idx="800">
                  <c:v>0.79551212</c:v>
                </c:pt>
                <c:pt idx="801">
                  <c:v>0.72757906</c:v>
                </c:pt>
                <c:pt idx="802">
                  <c:v>0.80153597</c:v>
                </c:pt>
                <c:pt idx="803">
                  <c:v>0.74929972</c:v>
                </c:pt>
                <c:pt idx="804">
                  <c:v>0.76407452</c:v>
                </c:pt>
                <c:pt idx="805">
                  <c:v>0.74305109</c:v>
                </c:pt>
                <c:pt idx="806">
                  <c:v>0.77235326</c:v>
                </c:pt>
                <c:pt idx="807">
                  <c:v>0.75842613</c:v>
                </c:pt>
                <c:pt idx="808">
                  <c:v>0.80878713</c:v>
                </c:pt>
                <c:pt idx="809">
                  <c:v>1.10924016</c:v>
                </c:pt>
                <c:pt idx="810">
                  <c:v>1.33352804</c:v>
                </c:pt>
                <c:pt idx="811">
                  <c:v>1.26021363</c:v>
                </c:pt>
                <c:pt idx="812">
                  <c:v>0.87394068</c:v>
                </c:pt>
                <c:pt idx="813">
                  <c:v>0.89022021</c:v>
                </c:pt>
                <c:pt idx="814">
                  <c:v>0.88737828</c:v>
                </c:pt>
                <c:pt idx="815">
                  <c:v>0.79330044</c:v>
                </c:pt>
                <c:pt idx="816">
                  <c:v>0.70786891</c:v>
                </c:pt>
                <c:pt idx="817">
                  <c:v>0.59610931</c:v>
                </c:pt>
                <c:pt idx="818">
                  <c:v>0.66836561</c:v>
                </c:pt>
                <c:pt idx="819">
                  <c:v>0.69898219</c:v>
                </c:pt>
                <c:pt idx="820">
                  <c:v>0.71284635</c:v>
                </c:pt>
                <c:pt idx="821">
                  <c:v>0.56945107</c:v>
                </c:pt>
                <c:pt idx="822">
                  <c:v>0.66915836</c:v>
                </c:pt>
                <c:pt idx="823">
                  <c:v>0.59833333</c:v>
                </c:pt>
                <c:pt idx="824">
                  <c:v>0.64368677</c:v>
                </c:pt>
                <c:pt idx="825">
                  <c:v>0.69144528</c:v>
                </c:pt>
                <c:pt idx="826">
                  <c:v>0.50135906</c:v>
                </c:pt>
                <c:pt idx="827">
                  <c:v>0.50266066</c:v>
                </c:pt>
                <c:pt idx="828">
                  <c:v>0.50515217</c:v>
                </c:pt>
                <c:pt idx="829">
                  <c:v>0.51896922</c:v>
                </c:pt>
                <c:pt idx="830">
                  <c:v>0.52301691</c:v>
                </c:pt>
                <c:pt idx="831">
                  <c:v>0.57638889</c:v>
                </c:pt>
                <c:pt idx="832">
                  <c:v>0.61209544</c:v>
                </c:pt>
                <c:pt idx="833">
                  <c:v>0.54188635</c:v>
                </c:pt>
                <c:pt idx="834">
                  <c:v>0.38753133</c:v>
                </c:pt>
                <c:pt idx="835">
                  <c:v>0.56687519</c:v>
                </c:pt>
                <c:pt idx="836">
                  <c:v>0.56466835</c:v>
                </c:pt>
                <c:pt idx="837">
                  <c:v>0.86732673</c:v>
                </c:pt>
                <c:pt idx="838">
                  <c:v>0.94269254</c:v>
                </c:pt>
                <c:pt idx="839">
                  <c:v>0.82418177</c:v>
                </c:pt>
                <c:pt idx="840">
                  <c:v>0.96606769</c:v>
                </c:pt>
                <c:pt idx="841">
                  <c:v>1.19688919</c:v>
                </c:pt>
                <c:pt idx="842">
                  <c:v>1.28370044</c:v>
                </c:pt>
                <c:pt idx="843">
                  <c:v>1.32946815</c:v>
                </c:pt>
                <c:pt idx="844">
                  <c:v>0.89040573</c:v>
                </c:pt>
                <c:pt idx="845">
                  <c:v>0.91619692</c:v>
                </c:pt>
                <c:pt idx="846">
                  <c:v>0.93444126</c:v>
                </c:pt>
                <c:pt idx="847">
                  <c:v>0.9506739</c:v>
                </c:pt>
                <c:pt idx="848">
                  <c:v>0.61962559</c:v>
                </c:pt>
                <c:pt idx="849">
                  <c:v>0.61504162</c:v>
                </c:pt>
                <c:pt idx="850">
                  <c:v>0.57903168</c:v>
                </c:pt>
                <c:pt idx="851">
                  <c:v>0.65659543</c:v>
                </c:pt>
                <c:pt idx="852">
                  <c:v>0.56965517</c:v>
                </c:pt>
                <c:pt idx="853">
                  <c:v>0.49638205</c:v>
                </c:pt>
                <c:pt idx="854">
                  <c:v>0.54646406</c:v>
                </c:pt>
                <c:pt idx="855">
                  <c:v>0.56328392</c:v>
                </c:pt>
                <c:pt idx="856">
                  <c:v>0.56345494</c:v>
                </c:pt>
                <c:pt idx="857">
                  <c:v>0.63269448</c:v>
                </c:pt>
                <c:pt idx="858">
                  <c:v>0.56567933</c:v>
                </c:pt>
                <c:pt idx="859">
                  <c:v>0.55841729</c:v>
                </c:pt>
                <c:pt idx="860">
                  <c:v>0.55033703</c:v>
                </c:pt>
                <c:pt idx="861">
                  <c:v>0.53003678</c:v>
                </c:pt>
                <c:pt idx="862">
                  <c:v>0.59683035</c:v>
                </c:pt>
                <c:pt idx="863">
                  <c:v>0.57920523</c:v>
                </c:pt>
                <c:pt idx="864">
                  <c:v>0.55216595</c:v>
                </c:pt>
                <c:pt idx="865">
                  <c:v>0.56380478</c:v>
                </c:pt>
                <c:pt idx="866">
                  <c:v>0.55231644</c:v>
                </c:pt>
                <c:pt idx="867">
                  <c:v>0.59559453</c:v>
                </c:pt>
                <c:pt idx="868">
                  <c:v>0.62302105</c:v>
                </c:pt>
                <c:pt idx="869">
                  <c:v>0.61081772</c:v>
                </c:pt>
                <c:pt idx="870">
                  <c:v>0.7083228</c:v>
                </c:pt>
                <c:pt idx="871">
                  <c:v>0.76313446</c:v>
                </c:pt>
                <c:pt idx="872">
                  <c:v>0.73360508</c:v>
                </c:pt>
                <c:pt idx="873">
                  <c:v>0.75933558</c:v>
                </c:pt>
                <c:pt idx="874">
                  <c:v>1.07727053</c:v>
                </c:pt>
                <c:pt idx="875">
                  <c:v>1.04537021</c:v>
                </c:pt>
                <c:pt idx="876">
                  <c:v>0.91726619</c:v>
                </c:pt>
                <c:pt idx="877">
                  <c:v>1.07028074</c:v>
                </c:pt>
                <c:pt idx="878">
                  <c:v>0.73014407</c:v>
                </c:pt>
                <c:pt idx="879">
                  <c:v>0.75178176</c:v>
                </c:pt>
                <c:pt idx="880">
                  <c:v>0.70918489</c:v>
                </c:pt>
                <c:pt idx="881">
                  <c:v>0.69052642</c:v>
                </c:pt>
                <c:pt idx="882">
                  <c:v>0.73346706</c:v>
                </c:pt>
                <c:pt idx="883">
                  <c:v>0.763067</c:v>
                </c:pt>
                <c:pt idx="884">
                  <c:v>0.65815549</c:v>
                </c:pt>
                <c:pt idx="885">
                  <c:v>0.77365464</c:v>
                </c:pt>
                <c:pt idx="886">
                  <c:v>0.67808471</c:v>
                </c:pt>
                <c:pt idx="887">
                  <c:v>0.68423695</c:v>
                </c:pt>
                <c:pt idx="888">
                  <c:v>0.68281605</c:v>
                </c:pt>
                <c:pt idx="889">
                  <c:v>0.73604784</c:v>
                </c:pt>
                <c:pt idx="890">
                  <c:v>0.74363328</c:v>
                </c:pt>
                <c:pt idx="891">
                  <c:v>0.64285714</c:v>
                </c:pt>
                <c:pt idx="892">
                  <c:v>0.70751501</c:v>
                </c:pt>
                <c:pt idx="893">
                  <c:v>0.83702065</c:v>
                </c:pt>
                <c:pt idx="894">
                  <c:v>0.50451907</c:v>
                </c:pt>
                <c:pt idx="895">
                  <c:v>0.49896822</c:v>
                </c:pt>
                <c:pt idx="896">
                  <c:v>0.49265859</c:v>
                </c:pt>
                <c:pt idx="897">
                  <c:v>0.5478163</c:v>
                </c:pt>
                <c:pt idx="898">
                  <c:v>0.58158481</c:v>
                </c:pt>
                <c:pt idx="899">
                  <c:v>0.58155506</c:v>
                </c:pt>
                <c:pt idx="900">
                  <c:v>0.568</c:v>
                </c:pt>
                <c:pt idx="901">
                  <c:v>0.61067285</c:v>
                </c:pt>
                <c:pt idx="902">
                  <c:v>0.55250853</c:v>
                </c:pt>
                <c:pt idx="903">
                  <c:v>0.5713293</c:v>
                </c:pt>
                <c:pt idx="904">
                  <c:v>0.5956577</c:v>
                </c:pt>
                <c:pt idx="905">
                  <c:v>0.58190349</c:v>
                </c:pt>
                <c:pt idx="906">
                  <c:v>1.39225842</c:v>
                </c:pt>
                <c:pt idx="907">
                  <c:v>1.48797841</c:v>
                </c:pt>
                <c:pt idx="908">
                  <c:v>1.29801906</c:v>
                </c:pt>
                <c:pt idx="909">
                  <c:v>1.49643601</c:v>
                </c:pt>
                <c:pt idx="910">
                  <c:v>1.80548487</c:v>
                </c:pt>
                <c:pt idx="911">
                  <c:v>1.7124183</c:v>
                </c:pt>
                <c:pt idx="912">
                  <c:v>1.93233636</c:v>
                </c:pt>
                <c:pt idx="913">
                  <c:v>1.36510963</c:v>
                </c:pt>
                <c:pt idx="914">
                  <c:v>1.64242178</c:v>
                </c:pt>
                <c:pt idx="915">
                  <c:v>1.47617913</c:v>
                </c:pt>
                <c:pt idx="916">
                  <c:v>1.45055499</c:v>
                </c:pt>
                <c:pt idx="917">
                  <c:v>0.73648561</c:v>
                </c:pt>
                <c:pt idx="918">
                  <c:v>0.64167433</c:v>
                </c:pt>
                <c:pt idx="919">
                  <c:v>0.65890597</c:v>
                </c:pt>
                <c:pt idx="920">
                  <c:v>0.72422607</c:v>
                </c:pt>
                <c:pt idx="921">
                  <c:v>0.66469529</c:v>
                </c:pt>
                <c:pt idx="922">
                  <c:v>0.51081967</c:v>
                </c:pt>
                <c:pt idx="923">
                  <c:v>0.7112101</c:v>
                </c:pt>
                <c:pt idx="924">
                  <c:v>0.72750643</c:v>
                </c:pt>
                <c:pt idx="925">
                  <c:v>0.66096698</c:v>
                </c:pt>
                <c:pt idx="926">
                  <c:v>0.83696563</c:v>
                </c:pt>
                <c:pt idx="927">
                  <c:v>0.78122883</c:v>
                </c:pt>
                <c:pt idx="928">
                  <c:v>0.78762046</c:v>
                </c:pt>
                <c:pt idx="929">
                  <c:v>0.81053892</c:v>
                </c:pt>
                <c:pt idx="930">
                  <c:v>0.87030868</c:v>
                </c:pt>
                <c:pt idx="931">
                  <c:v>0.84917798</c:v>
                </c:pt>
                <c:pt idx="932">
                  <c:v>0.6921783</c:v>
                </c:pt>
                <c:pt idx="933">
                  <c:v>0.84234982</c:v>
                </c:pt>
                <c:pt idx="934">
                  <c:v>0.84063598</c:v>
                </c:pt>
                <c:pt idx="935">
                  <c:v>0.9127017</c:v>
                </c:pt>
                <c:pt idx="936">
                  <c:v>0.95498458</c:v>
                </c:pt>
                <c:pt idx="937">
                  <c:v>0.91647381</c:v>
                </c:pt>
                <c:pt idx="938">
                  <c:v>0.78386832</c:v>
                </c:pt>
                <c:pt idx="939">
                  <c:v>0.91185538</c:v>
                </c:pt>
                <c:pt idx="940">
                  <c:v>0.84010957</c:v>
                </c:pt>
                <c:pt idx="941">
                  <c:v>0.84936864</c:v>
                </c:pt>
                <c:pt idx="942">
                  <c:v>1.05214176</c:v>
                </c:pt>
                <c:pt idx="943">
                  <c:v>1.1924384</c:v>
                </c:pt>
                <c:pt idx="944">
                  <c:v>1.4159961</c:v>
                </c:pt>
                <c:pt idx="945">
                  <c:v>0.85840812</c:v>
                </c:pt>
                <c:pt idx="946">
                  <c:v>0.86227106</c:v>
                </c:pt>
                <c:pt idx="947">
                  <c:v>0.84615385</c:v>
                </c:pt>
                <c:pt idx="948">
                  <c:v>0.87684791</c:v>
                </c:pt>
                <c:pt idx="949">
                  <c:v>0.68229538</c:v>
                </c:pt>
                <c:pt idx="950">
                  <c:v>0.64345002</c:v>
                </c:pt>
                <c:pt idx="951">
                  <c:v>0.63996101</c:v>
                </c:pt>
                <c:pt idx="952">
                  <c:v>0.79249175</c:v>
                </c:pt>
                <c:pt idx="953">
                  <c:v>0.63769202</c:v>
                </c:pt>
                <c:pt idx="954">
                  <c:v>0.59884282</c:v>
                </c:pt>
                <c:pt idx="955">
                  <c:v>0.74355159</c:v>
                </c:pt>
                <c:pt idx="956">
                  <c:v>0.71062883</c:v>
                </c:pt>
                <c:pt idx="957">
                  <c:v>0.69379116</c:v>
                </c:pt>
                <c:pt idx="958">
                  <c:v>0.73410256</c:v>
                </c:pt>
                <c:pt idx="959">
                  <c:v>0.77532291</c:v>
                </c:pt>
                <c:pt idx="960">
                  <c:v>0.50648176</c:v>
                </c:pt>
                <c:pt idx="961">
                  <c:v>0.47113164</c:v>
                </c:pt>
                <c:pt idx="962">
                  <c:v>0.47947455</c:v>
                </c:pt>
                <c:pt idx="963">
                  <c:v>0.53832491</c:v>
                </c:pt>
                <c:pt idx="964">
                  <c:v>0.56414687</c:v>
                </c:pt>
                <c:pt idx="965">
                  <c:v>0.51494868</c:v>
                </c:pt>
                <c:pt idx="966">
                  <c:v>0.64676138</c:v>
                </c:pt>
                <c:pt idx="967">
                  <c:v>0.5805513</c:v>
                </c:pt>
                <c:pt idx="968">
                  <c:v>0.50299289</c:v>
                </c:pt>
                <c:pt idx="969">
                  <c:v>0.64067374</c:v>
                </c:pt>
                <c:pt idx="970">
                  <c:v>0.59031433</c:v>
                </c:pt>
                <c:pt idx="971">
                  <c:v>0.79953205</c:v>
                </c:pt>
                <c:pt idx="972">
                  <c:v>0.86627246</c:v>
                </c:pt>
                <c:pt idx="973">
                  <c:v>0.77710027</c:v>
                </c:pt>
                <c:pt idx="974">
                  <c:v>0.83610301</c:v>
                </c:pt>
                <c:pt idx="975">
                  <c:v>1.06412383</c:v>
                </c:pt>
                <c:pt idx="976">
                  <c:v>1.12181693</c:v>
                </c:pt>
                <c:pt idx="977">
                  <c:v>0.8875969</c:v>
                </c:pt>
                <c:pt idx="978">
                  <c:v>1.16374539</c:v>
                </c:pt>
                <c:pt idx="979">
                  <c:v>0.88172378</c:v>
                </c:pt>
                <c:pt idx="980">
                  <c:v>0.82727451</c:v>
                </c:pt>
                <c:pt idx="981">
                  <c:v>0.86867067</c:v>
                </c:pt>
                <c:pt idx="982">
                  <c:v>0.83627139</c:v>
                </c:pt>
                <c:pt idx="983">
                  <c:v>0.58361775</c:v>
                </c:pt>
                <c:pt idx="984">
                  <c:v>0.66204288</c:v>
                </c:pt>
                <c:pt idx="985">
                  <c:v>0.56940092</c:v>
                </c:pt>
                <c:pt idx="986">
                  <c:v>0.62907609</c:v>
                </c:pt>
                <c:pt idx="987">
                  <c:v>0.55979535</c:v>
                </c:pt>
                <c:pt idx="988">
                  <c:v>0.55672461</c:v>
                </c:pt>
                <c:pt idx="989">
                  <c:v>0.56622007</c:v>
                </c:pt>
                <c:pt idx="990">
                  <c:v>0.61218425</c:v>
                </c:pt>
                <c:pt idx="991">
                  <c:v>0.61852433</c:v>
                </c:pt>
                <c:pt idx="992">
                  <c:v>0.67350477</c:v>
                </c:pt>
                <c:pt idx="993">
                  <c:v>0.53638372</c:v>
                </c:pt>
                <c:pt idx="994">
                  <c:v>0.55082516</c:v>
                </c:pt>
                <c:pt idx="995">
                  <c:v>0.58387352</c:v>
                </c:pt>
                <c:pt idx="996">
                  <c:v>0.5580163</c:v>
                </c:pt>
                <c:pt idx="997">
                  <c:v>0.57062471</c:v>
                </c:pt>
                <c:pt idx="998">
                  <c:v>0.63144196</c:v>
                </c:pt>
                <c:pt idx="999">
                  <c:v>0.57652515</c:v>
                </c:pt>
                <c:pt idx="1000">
                  <c:v>0.57567698</c:v>
                </c:pt>
                <c:pt idx="1001">
                  <c:v>0.65407288</c:v>
                </c:pt>
                <c:pt idx="1002">
                  <c:v>0.65622103</c:v>
                </c:pt>
                <c:pt idx="1003">
                  <c:v>0.61438779</c:v>
                </c:pt>
                <c:pt idx="1004">
                  <c:v>0.84998348</c:v>
                </c:pt>
                <c:pt idx="1005">
                  <c:v>0.94480317</c:v>
                </c:pt>
                <c:pt idx="1006">
                  <c:v>0.89537843</c:v>
                </c:pt>
                <c:pt idx="1007">
                  <c:v>1.00406918</c:v>
                </c:pt>
                <c:pt idx="1008">
                  <c:v>1.26647529</c:v>
                </c:pt>
                <c:pt idx="1009">
                  <c:v>1.41412959</c:v>
                </c:pt>
                <c:pt idx="1010">
                  <c:v>1.44996039</c:v>
                </c:pt>
                <c:pt idx="1011">
                  <c:v>0.89147537</c:v>
                </c:pt>
                <c:pt idx="1012">
                  <c:v>0.9096829</c:v>
                </c:pt>
                <c:pt idx="1013">
                  <c:v>0.88134098</c:v>
                </c:pt>
                <c:pt idx="1014">
                  <c:v>0.89366078</c:v>
                </c:pt>
                <c:pt idx="1015">
                  <c:v>0.84027412</c:v>
                </c:pt>
                <c:pt idx="1016">
                  <c:v>0.81542056</c:v>
                </c:pt>
                <c:pt idx="1017">
                  <c:v>0.82000669</c:v>
                </c:pt>
                <c:pt idx="1018">
                  <c:v>0.87237587</c:v>
                </c:pt>
                <c:pt idx="1019">
                  <c:v>0.78210117</c:v>
                </c:pt>
                <c:pt idx="1020">
                  <c:v>0.75251142</c:v>
                </c:pt>
                <c:pt idx="1021">
                  <c:v>0.83523559</c:v>
                </c:pt>
                <c:pt idx="1022">
                  <c:v>1.0301353</c:v>
                </c:pt>
                <c:pt idx="1023">
                  <c:v>0.81211287</c:v>
                </c:pt>
                <c:pt idx="1024">
                  <c:v>0.91839691</c:v>
                </c:pt>
                <c:pt idx="1025">
                  <c:v>0.57533216</c:v>
                </c:pt>
                <c:pt idx="1026">
                  <c:v>0.69539973</c:v>
                </c:pt>
                <c:pt idx="1027">
                  <c:v>0.5548343</c:v>
                </c:pt>
                <c:pt idx="1028">
                  <c:v>0.64647795</c:v>
                </c:pt>
                <c:pt idx="1029">
                  <c:v>0.72543515</c:v>
                </c:pt>
                <c:pt idx="1030">
                  <c:v>0.6877694</c:v>
                </c:pt>
                <c:pt idx="1031">
                  <c:v>0.73108108</c:v>
                </c:pt>
                <c:pt idx="1032">
                  <c:v>0.61033951</c:v>
                </c:pt>
                <c:pt idx="1033">
                  <c:v>0.66321913</c:v>
                </c:pt>
                <c:pt idx="1034">
                  <c:v>0.75164967</c:v>
                </c:pt>
                <c:pt idx="1035">
                  <c:v>0.69969165</c:v>
                </c:pt>
                <c:pt idx="1036">
                  <c:v>1.27695533</c:v>
                </c:pt>
                <c:pt idx="1037">
                  <c:v>1.29352113</c:v>
                </c:pt>
                <c:pt idx="1038">
                  <c:v>1.18404158</c:v>
                </c:pt>
                <c:pt idx="1039">
                  <c:v>1.3762089</c:v>
                </c:pt>
                <c:pt idx="1040">
                  <c:v>1.5669749</c:v>
                </c:pt>
                <c:pt idx="1041">
                  <c:v>1.67339873</c:v>
                </c:pt>
                <c:pt idx="1042">
                  <c:v>1.40740741</c:v>
                </c:pt>
                <c:pt idx="1043">
                  <c:v>1.39204175</c:v>
                </c:pt>
                <c:pt idx="1044">
                  <c:v>1.50062683</c:v>
                </c:pt>
                <c:pt idx="1045">
                  <c:v>1.41593928</c:v>
                </c:pt>
                <c:pt idx="1046">
                  <c:v>0.68321973</c:v>
                </c:pt>
                <c:pt idx="1047">
                  <c:v>0.54347826</c:v>
                </c:pt>
                <c:pt idx="1048">
                  <c:v>0.61374249</c:v>
                </c:pt>
                <c:pt idx="1049">
                  <c:v>0.52565982</c:v>
                </c:pt>
                <c:pt idx="1050">
                  <c:v>0.67306016</c:v>
                </c:pt>
                <c:pt idx="1051">
                  <c:v>0.62725904</c:v>
                </c:pt>
                <c:pt idx="1052">
                  <c:v>0.57475728</c:v>
                </c:pt>
                <c:pt idx="1053">
                  <c:v>0.67401669</c:v>
                </c:pt>
                <c:pt idx="1054">
                  <c:v>0.6027907</c:v>
                </c:pt>
                <c:pt idx="1055">
                  <c:v>0.66066838</c:v>
                </c:pt>
                <c:pt idx="1056">
                  <c:v>0.68597015</c:v>
                </c:pt>
                <c:pt idx="1057">
                  <c:v>0.7610664</c:v>
                </c:pt>
                <c:pt idx="1058">
                  <c:v>0.78437265</c:v>
                </c:pt>
                <c:pt idx="1059">
                  <c:v>0.68871208</c:v>
                </c:pt>
                <c:pt idx="1060">
                  <c:v>0.80844646</c:v>
                </c:pt>
                <c:pt idx="1061">
                  <c:v>0.74132684</c:v>
                </c:pt>
                <c:pt idx="1062">
                  <c:v>0.65598718</c:v>
                </c:pt>
                <c:pt idx="1063">
                  <c:v>0.84057174</c:v>
                </c:pt>
                <c:pt idx="1064">
                  <c:v>0.90527838</c:v>
                </c:pt>
                <c:pt idx="1065">
                  <c:v>0.80659888</c:v>
                </c:pt>
                <c:pt idx="1066">
                  <c:v>0.97018868</c:v>
                </c:pt>
                <c:pt idx="1067">
                  <c:v>1.245891</c:v>
                </c:pt>
                <c:pt idx="1068">
                  <c:v>1.29351032</c:v>
                </c:pt>
                <c:pt idx="1069">
                  <c:v>1.26643234</c:v>
                </c:pt>
                <c:pt idx="1070">
                  <c:v>0.94867515</c:v>
                </c:pt>
                <c:pt idx="1071">
                  <c:v>0.92616899</c:v>
                </c:pt>
                <c:pt idx="1072">
                  <c:v>0.96278415</c:v>
                </c:pt>
                <c:pt idx="1073">
                  <c:v>0.93480769</c:v>
                </c:pt>
                <c:pt idx="1074">
                  <c:v>0.60167264</c:v>
                </c:pt>
                <c:pt idx="1075">
                  <c:v>0.52580867</c:v>
                </c:pt>
                <c:pt idx="1076">
                  <c:v>0.59358491</c:v>
                </c:pt>
                <c:pt idx="1077">
                  <c:v>0.63754045</c:v>
                </c:pt>
                <c:pt idx="1078">
                  <c:v>0.46502653</c:v>
                </c:pt>
                <c:pt idx="1079">
                  <c:v>0.43904518</c:v>
                </c:pt>
                <c:pt idx="1080">
                  <c:v>0.63261803</c:v>
                </c:pt>
                <c:pt idx="1081">
                  <c:v>0.57048093</c:v>
                </c:pt>
                <c:pt idx="1082">
                  <c:v>0.58762887</c:v>
                </c:pt>
                <c:pt idx="1083">
                  <c:v>0.54020435</c:v>
                </c:pt>
                <c:pt idx="1084">
                  <c:v>0.61171404</c:v>
                </c:pt>
                <c:pt idx="1085">
                  <c:v>0.61469816</c:v>
                </c:pt>
                <c:pt idx="1086">
                  <c:v>0.56158017</c:v>
                </c:pt>
                <c:pt idx="1087">
                  <c:v>0.59959816</c:v>
                </c:pt>
                <c:pt idx="1088">
                  <c:v>0.63110358</c:v>
                </c:pt>
                <c:pt idx="1089">
                  <c:v>0.66070245</c:v>
                </c:pt>
                <c:pt idx="1090">
                  <c:v>0.6005117</c:v>
                </c:pt>
                <c:pt idx="1091">
                  <c:v>0.61541899</c:v>
                </c:pt>
                <c:pt idx="1092">
                  <c:v>0.58333333</c:v>
                </c:pt>
                <c:pt idx="1093">
                  <c:v>0.6103106</c:v>
                </c:pt>
                <c:pt idx="1094">
                  <c:v>0.64112974</c:v>
                </c:pt>
                <c:pt idx="1095">
                  <c:v>0.60580748</c:v>
                </c:pt>
                <c:pt idx="1096">
                  <c:v>0.63860771</c:v>
                </c:pt>
                <c:pt idx="1097">
                  <c:v>0.60022135</c:v>
                </c:pt>
                <c:pt idx="1098">
                  <c:v>0.65986791</c:v>
                </c:pt>
                <c:pt idx="1099">
                  <c:v>0.89194183</c:v>
                </c:pt>
                <c:pt idx="1100">
                  <c:v>0.96670976</c:v>
                </c:pt>
                <c:pt idx="1101">
                  <c:v>0.69915254</c:v>
                </c:pt>
                <c:pt idx="1102">
                  <c:v>1.00474422</c:v>
                </c:pt>
                <c:pt idx="1103">
                  <c:v>0.69770813</c:v>
                </c:pt>
                <c:pt idx="1104">
                  <c:v>0.62386364</c:v>
                </c:pt>
                <c:pt idx="1105">
                  <c:v>0.63751553</c:v>
                </c:pt>
                <c:pt idx="1106">
                  <c:v>0.58509623</c:v>
                </c:pt>
                <c:pt idx="1107">
                  <c:v>0.63350691</c:v>
                </c:pt>
                <c:pt idx="1108">
                  <c:v>0.69677066</c:v>
                </c:pt>
                <c:pt idx="1109">
                  <c:v>0.72918519</c:v>
                </c:pt>
                <c:pt idx="1110">
                  <c:v>0.62455261</c:v>
                </c:pt>
                <c:pt idx="1111">
                  <c:v>0.68477064</c:v>
                </c:pt>
                <c:pt idx="1112">
                  <c:v>0.67992424</c:v>
                </c:pt>
                <c:pt idx="1113">
                  <c:v>0.6771411</c:v>
                </c:pt>
                <c:pt idx="1114">
                  <c:v>0.71395647</c:v>
                </c:pt>
                <c:pt idx="1115">
                  <c:v>0.71939736</c:v>
                </c:pt>
                <c:pt idx="1116">
                  <c:v>0.73425008</c:v>
                </c:pt>
                <c:pt idx="1117">
                  <c:v>0.75439331</c:v>
                </c:pt>
                <c:pt idx="1118">
                  <c:v>0.43916544</c:v>
                </c:pt>
                <c:pt idx="1119">
                  <c:v>0.51037344</c:v>
                </c:pt>
                <c:pt idx="1120">
                  <c:v>0.46364883</c:v>
                </c:pt>
                <c:pt idx="1121">
                  <c:v>0.52477332</c:v>
                </c:pt>
                <c:pt idx="1122">
                  <c:v>0.56406356</c:v>
                </c:pt>
                <c:pt idx="1123">
                  <c:v>0.52202202</c:v>
                </c:pt>
                <c:pt idx="1124">
                  <c:v>0.53705463</c:v>
                </c:pt>
                <c:pt idx="1125">
                  <c:v>0.51175015</c:v>
                </c:pt>
                <c:pt idx="1126">
                  <c:v>0.5023863</c:v>
                </c:pt>
                <c:pt idx="1127">
                  <c:v>0.5396791</c:v>
                </c:pt>
                <c:pt idx="1128">
                  <c:v>0.55191257</c:v>
                </c:pt>
                <c:pt idx="1129">
                  <c:v>0.53439721</c:v>
                </c:pt>
                <c:pt idx="1130">
                  <c:v>1.2677352</c:v>
                </c:pt>
                <c:pt idx="1131">
                  <c:v>1.4300762</c:v>
                </c:pt>
                <c:pt idx="1132">
                  <c:v>1.3812164</c:v>
                </c:pt>
                <c:pt idx="1133">
                  <c:v>1.47304674</c:v>
                </c:pt>
                <c:pt idx="1134">
                  <c:v>1.78731707</c:v>
                </c:pt>
                <c:pt idx="1135">
                  <c:v>1.79560337</c:v>
                </c:pt>
                <c:pt idx="1136">
                  <c:v>1.47493404</c:v>
                </c:pt>
                <c:pt idx="1137">
                  <c:v>1.33377222</c:v>
                </c:pt>
                <c:pt idx="1138">
                  <c:v>1.55044008</c:v>
                </c:pt>
                <c:pt idx="1139">
                  <c:v>1.41377705</c:v>
                </c:pt>
                <c:pt idx="1140">
                  <c:v>0.76341376</c:v>
                </c:pt>
                <c:pt idx="1141">
                  <c:v>0.74802372</c:v>
                </c:pt>
                <c:pt idx="1142">
                  <c:v>0.71291667</c:v>
                </c:pt>
                <c:pt idx="1143">
                  <c:v>0.84357224</c:v>
                </c:pt>
                <c:pt idx="1144">
                  <c:v>0.69321534</c:v>
                </c:pt>
                <c:pt idx="1145">
                  <c:v>0.59198282</c:v>
                </c:pt>
                <c:pt idx="1146">
                  <c:v>0.76042315</c:v>
                </c:pt>
                <c:pt idx="1147">
                  <c:v>0.76026886</c:v>
                </c:pt>
                <c:pt idx="1148">
                  <c:v>0.76490466</c:v>
                </c:pt>
                <c:pt idx="1149">
                  <c:v>0.82524964</c:v>
                </c:pt>
                <c:pt idx="1150">
                  <c:v>0.79294824</c:v>
                </c:pt>
                <c:pt idx="1151">
                  <c:v>0.89153871</c:v>
                </c:pt>
                <c:pt idx="1152">
                  <c:v>0.84104348</c:v>
                </c:pt>
                <c:pt idx="1153">
                  <c:v>0.76730104</c:v>
                </c:pt>
                <c:pt idx="1154">
                  <c:v>0.84961966</c:v>
                </c:pt>
                <c:pt idx="1155">
                  <c:v>0.84306888</c:v>
                </c:pt>
                <c:pt idx="1156">
                  <c:v>0.725</c:v>
                </c:pt>
                <c:pt idx="1157">
                  <c:v>0.95553881</c:v>
                </c:pt>
                <c:pt idx="1158">
                  <c:v>0.95678823</c:v>
                </c:pt>
                <c:pt idx="1159">
                  <c:v>0.69098735</c:v>
                </c:pt>
                <c:pt idx="1160">
                  <c:v>0.72548198</c:v>
                </c:pt>
                <c:pt idx="1161">
                  <c:v>0.68383628</c:v>
                </c:pt>
                <c:pt idx="1162">
                  <c:v>0.7598532</c:v>
                </c:pt>
                <c:pt idx="1163">
                  <c:v>0.97911779</c:v>
                </c:pt>
                <c:pt idx="1164">
                  <c:v>1.07137316</c:v>
                </c:pt>
                <c:pt idx="1165">
                  <c:v>1.1424581</c:v>
                </c:pt>
                <c:pt idx="1166">
                  <c:v>0.74762887</c:v>
                </c:pt>
                <c:pt idx="1167">
                  <c:v>0.68869936</c:v>
                </c:pt>
                <c:pt idx="1168">
                  <c:v>0.86687238</c:v>
                </c:pt>
                <c:pt idx="1169">
                  <c:v>0.74787316</c:v>
                </c:pt>
                <c:pt idx="1170">
                  <c:v>0.61192441</c:v>
                </c:pt>
                <c:pt idx="1171">
                  <c:v>0.60014461</c:v>
                </c:pt>
                <c:pt idx="1172">
                  <c:v>0.61806656</c:v>
                </c:pt>
                <c:pt idx="1173">
                  <c:v>0.73621324</c:v>
                </c:pt>
                <c:pt idx="1174">
                  <c:v>0.71860309</c:v>
                </c:pt>
                <c:pt idx="1175">
                  <c:v>0.68904959</c:v>
                </c:pt>
                <c:pt idx="1176">
                  <c:v>0.57336476</c:v>
                </c:pt>
                <c:pt idx="1177">
                  <c:v>0.6510107</c:v>
                </c:pt>
                <c:pt idx="1178">
                  <c:v>0.41902796</c:v>
                </c:pt>
                <c:pt idx="1179">
                  <c:v>0.48657089</c:v>
                </c:pt>
                <c:pt idx="1180">
                  <c:v>0.47749591</c:v>
                </c:pt>
                <c:pt idx="1181">
                  <c:v>0.48365786</c:v>
                </c:pt>
                <c:pt idx="1182">
                  <c:v>0.50246467</c:v>
                </c:pt>
                <c:pt idx="1183">
                  <c:v>0.67859204</c:v>
                </c:pt>
                <c:pt idx="1184">
                  <c:v>0.52970957</c:v>
                </c:pt>
                <c:pt idx="1185">
                  <c:v>0.48105104</c:v>
                </c:pt>
                <c:pt idx="1186">
                  <c:v>0.52372809</c:v>
                </c:pt>
                <c:pt idx="1187">
                  <c:v>0.49606299</c:v>
                </c:pt>
                <c:pt idx="1188">
                  <c:v>0.72743322</c:v>
                </c:pt>
                <c:pt idx="1189">
                  <c:v>0.77002801</c:v>
                </c:pt>
                <c:pt idx="1190">
                  <c:v>0.62981963</c:v>
                </c:pt>
                <c:pt idx="1191">
                  <c:v>0.80563146</c:v>
                </c:pt>
                <c:pt idx="1192">
                  <c:v>0.93322859</c:v>
                </c:pt>
                <c:pt idx="1193">
                  <c:v>0.93903346</c:v>
                </c:pt>
                <c:pt idx="1194">
                  <c:v>1.01097837</c:v>
                </c:pt>
                <c:pt idx="1195">
                  <c:v>0.75340449</c:v>
                </c:pt>
                <c:pt idx="1196">
                  <c:v>0.73431415</c:v>
                </c:pt>
                <c:pt idx="1197">
                  <c:v>0.81329196</c:v>
                </c:pt>
                <c:pt idx="1198">
                  <c:v>0.77696605</c:v>
                </c:pt>
                <c:pt idx="1199">
                  <c:v>0.56094639</c:v>
                </c:pt>
                <c:pt idx="1200">
                  <c:v>0.54421769</c:v>
                </c:pt>
                <c:pt idx="1201">
                  <c:v>0.57465438</c:v>
                </c:pt>
                <c:pt idx="1202">
                  <c:v>0.50830398</c:v>
                </c:pt>
                <c:pt idx="1203">
                  <c:v>0.52626363</c:v>
                </c:pt>
                <c:pt idx="1204">
                  <c:v>0.59627832</c:v>
                </c:pt>
                <c:pt idx="1205">
                  <c:v>0.63530508</c:v>
                </c:pt>
                <c:pt idx="1206">
                  <c:v>0.46393762</c:v>
                </c:pt>
                <c:pt idx="1207">
                  <c:v>0.6419214</c:v>
                </c:pt>
                <c:pt idx="1208">
                  <c:v>0.6255144</c:v>
                </c:pt>
                <c:pt idx="1209">
                  <c:v>0.49497759</c:v>
                </c:pt>
                <c:pt idx="1210">
                  <c:v>0.56059624</c:v>
                </c:pt>
                <c:pt idx="1211">
                  <c:v>0.57492997</c:v>
                </c:pt>
                <c:pt idx="1212">
                  <c:v>0.48124191</c:v>
                </c:pt>
                <c:pt idx="1213">
                  <c:v>0.56808623</c:v>
                </c:pt>
                <c:pt idx="1214">
                  <c:v>0.43744532</c:v>
                </c:pt>
                <c:pt idx="1215">
                  <c:v>0.59299959</c:v>
                </c:pt>
                <c:pt idx="1216">
                  <c:v>0.54543166</c:v>
                </c:pt>
                <c:pt idx="1217">
                  <c:v>0.53021523</c:v>
                </c:pt>
                <c:pt idx="1218">
                  <c:v>0.57784055</c:v>
                </c:pt>
                <c:pt idx="1219">
                  <c:v>0.54147075</c:v>
                </c:pt>
                <c:pt idx="1220">
                  <c:v>0.71469494</c:v>
                </c:pt>
                <c:pt idx="1221">
                  <c:v>0.7583196</c:v>
                </c:pt>
                <c:pt idx="1222">
                  <c:v>0.75878136</c:v>
                </c:pt>
                <c:pt idx="1223">
                  <c:v>0.72444654</c:v>
                </c:pt>
                <c:pt idx="1224">
                  <c:v>1.09194739</c:v>
                </c:pt>
                <c:pt idx="1225">
                  <c:v>1.33591521</c:v>
                </c:pt>
                <c:pt idx="1226">
                  <c:v>1.13368405</c:v>
                </c:pt>
                <c:pt idx="1227">
                  <c:v>0.70823139</c:v>
                </c:pt>
                <c:pt idx="1228">
                  <c:v>0.83329223</c:v>
                </c:pt>
                <c:pt idx="1229">
                  <c:v>0.72229172</c:v>
                </c:pt>
                <c:pt idx="1230">
                  <c:v>0.66909584</c:v>
                </c:pt>
                <c:pt idx="1231">
                  <c:v>0.62594361</c:v>
                </c:pt>
                <c:pt idx="1232">
                  <c:v>0.582038</c:v>
                </c:pt>
                <c:pt idx="1233">
                  <c:v>0.67713568</c:v>
                </c:pt>
                <c:pt idx="1234">
                  <c:v>0.79181885</c:v>
                </c:pt>
                <c:pt idx="1235">
                  <c:v>0.67472063</c:v>
                </c:pt>
                <c:pt idx="1236">
                  <c:v>0.5890411</c:v>
                </c:pt>
                <c:pt idx="1237">
                  <c:v>0.59494536</c:v>
                </c:pt>
                <c:pt idx="1238">
                  <c:v>0.72941176</c:v>
                </c:pt>
                <c:pt idx="1239">
                  <c:v>0.68719453</c:v>
                </c:pt>
                <c:pt idx="1240">
                  <c:v>0.63728814</c:v>
                </c:pt>
                <c:pt idx="1241">
                  <c:v>0.74962742</c:v>
                </c:pt>
                <c:pt idx="1242">
                  <c:v>0.46933813</c:v>
                </c:pt>
                <c:pt idx="1243">
                  <c:v>0.51856853</c:v>
                </c:pt>
                <c:pt idx="1244">
                  <c:v>0.50261894</c:v>
                </c:pt>
                <c:pt idx="1245">
                  <c:v>0.55063734</c:v>
                </c:pt>
                <c:pt idx="1246">
                  <c:v>0.59628237</c:v>
                </c:pt>
                <c:pt idx="1247">
                  <c:v>0.5453792</c:v>
                </c:pt>
                <c:pt idx="1248">
                  <c:v>0.61800975</c:v>
                </c:pt>
                <c:pt idx="1249">
                  <c:v>0.4960819</c:v>
                </c:pt>
                <c:pt idx="1250">
                  <c:v>0.54723894</c:v>
                </c:pt>
                <c:pt idx="1251">
                  <c:v>0.529704</c:v>
                </c:pt>
                <c:pt idx="1252">
                  <c:v>0.56549994</c:v>
                </c:pt>
                <c:pt idx="1253">
                  <c:v>1.31061599</c:v>
                </c:pt>
                <c:pt idx="1254">
                  <c:v>1.38444924</c:v>
                </c:pt>
                <c:pt idx="1255">
                  <c:v>1.2464986</c:v>
                </c:pt>
                <c:pt idx="1256">
                  <c:v>1.45020109</c:v>
                </c:pt>
                <c:pt idx="1257">
                  <c:v>1.76040555</c:v>
                </c:pt>
                <c:pt idx="1258">
                  <c:v>1.72403561</c:v>
                </c:pt>
                <c:pt idx="1259">
                  <c:v>1.9142079</c:v>
                </c:pt>
                <c:pt idx="1260">
                  <c:v>1.25215606</c:v>
                </c:pt>
                <c:pt idx="1261">
                  <c:v>1.57386364</c:v>
                </c:pt>
                <c:pt idx="1262">
                  <c:v>1.40163438</c:v>
                </c:pt>
                <c:pt idx="1263">
                  <c:v>1.42566544</c:v>
                </c:pt>
                <c:pt idx="1264">
                  <c:v>0.70479179</c:v>
                </c:pt>
                <c:pt idx="1265">
                  <c:v>0.69609508</c:v>
                </c:pt>
                <c:pt idx="1266">
                  <c:v>0.64316013</c:v>
                </c:pt>
                <c:pt idx="1267">
                  <c:v>0.76521322</c:v>
                </c:pt>
                <c:pt idx="1268">
                  <c:v>0.54814815</c:v>
                </c:pt>
                <c:pt idx="1269">
                  <c:v>0.62396088</c:v>
                </c:pt>
                <c:pt idx="1270">
                  <c:v>0.4950584</c:v>
                </c:pt>
                <c:pt idx="1271">
                  <c:v>0.63589335</c:v>
                </c:pt>
                <c:pt idx="1272">
                  <c:v>0.66830333</c:v>
                </c:pt>
                <c:pt idx="1273">
                  <c:v>0.7492272</c:v>
                </c:pt>
                <c:pt idx="1274">
                  <c:v>0.66994536</c:v>
                </c:pt>
                <c:pt idx="1275">
                  <c:v>0.71286624</c:v>
                </c:pt>
                <c:pt idx="1276">
                  <c:v>0.63323596</c:v>
                </c:pt>
                <c:pt idx="1277">
                  <c:v>0.69154087</c:v>
                </c:pt>
                <c:pt idx="1278">
                  <c:v>0.81238095</c:v>
                </c:pt>
                <c:pt idx="1279">
                  <c:v>0.78864198</c:v>
                </c:pt>
                <c:pt idx="1280">
                  <c:v>0.77894942</c:v>
                </c:pt>
                <c:pt idx="1281">
                  <c:v>0.89384373</c:v>
                </c:pt>
                <c:pt idx="1282">
                  <c:v>0.74108322</c:v>
                </c:pt>
                <c:pt idx="1283">
                  <c:v>0.84658972</c:v>
                </c:pt>
                <c:pt idx="1284">
                  <c:v>0.76580153</c:v>
                </c:pt>
                <c:pt idx="1285">
                  <c:v>0.83432737</c:v>
                </c:pt>
                <c:pt idx="1286">
                  <c:v>0.79802394</c:v>
                </c:pt>
                <c:pt idx="1287">
                  <c:v>0.86897775</c:v>
                </c:pt>
                <c:pt idx="1288">
                  <c:v>1.15004541</c:v>
                </c:pt>
                <c:pt idx="1289">
                  <c:v>1.20172202</c:v>
                </c:pt>
                <c:pt idx="1290">
                  <c:v>1.25448554</c:v>
                </c:pt>
                <c:pt idx="1291">
                  <c:v>0.8629131</c:v>
                </c:pt>
                <c:pt idx="1292">
                  <c:v>0.86344457</c:v>
                </c:pt>
                <c:pt idx="1293">
                  <c:v>0.94032226</c:v>
                </c:pt>
                <c:pt idx="1294">
                  <c:v>0.83244397</c:v>
                </c:pt>
                <c:pt idx="1295">
                  <c:v>0.69023569</c:v>
                </c:pt>
                <c:pt idx="1296">
                  <c:v>0.56614654</c:v>
                </c:pt>
                <c:pt idx="1297">
                  <c:v>0.61631514</c:v>
                </c:pt>
                <c:pt idx="1298">
                  <c:v>0.76557191</c:v>
                </c:pt>
                <c:pt idx="1299">
                  <c:v>0.61404274</c:v>
                </c:pt>
                <c:pt idx="1300">
                  <c:v>0.59084084</c:v>
                </c:pt>
                <c:pt idx="1301">
                  <c:v>0.68311972</c:v>
                </c:pt>
                <c:pt idx="1302">
                  <c:v>0.70778267</c:v>
                </c:pt>
                <c:pt idx="1303">
                  <c:v>0.66878103</c:v>
                </c:pt>
                <c:pt idx="1304">
                  <c:v>0.69837675</c:v>
                </c:pt>
                <c:pt idx="1305">
                  <c:v>0.47184893</c:v>
                </c:pt>
                <c:pt idx="1306">
                  <c:v>0.40082474</c:v>
                </c:pt>
                <c:pt idx="1307">
                  <c:v>0.52097004</c:v>
                </c:pt>
                <c:pt idx="1308">
                  <c:v>0.54125293</c:v>
                </c:pt>
                <c:pt idx="1309">
                  <c:v>0.56998239</c:v>
                </c:pt>
                <c:pt idx="1310">
                  <c:v>0.60644258</c:v>
                </c:pt>
                <c:pt idx="1311">
                  <c:v>0.51757188</c:v>
                </c:pt>
                <c:pt idx="1312">
                  <c:v>0.57218916</c:v>
                </c:pt>
                <c:pt idx="1313">
                  <c:v>0.55699482</c:v>
                </c:pt>
                <c:pt idx="1314">
                  <c:v>0.59086892</c:v>
                </c:pt>
                <c:pt idx="1315">
                  <c:v>0.56003075</c:v>
                </c:pt>
                <c:pt idx="1316">
                  <c:v>0.79872169</c:v>
                </c:pt>
                <c:pt idx="1317">
                  <c:v>0.78323077</c:v>
                </c:pt>
                <c:pt idx="1318">
                  <c:v>0.79650026</c:v>
                </c:pt>
                <c:pt idx="1319">
                  <c:v>0.86888395</c:v>
                </c:pt>
                <c:pt idx="1320">
                  <c:v>1.16634955</c:v>
                </c:pt>
                <c:pt idx="1321">
                  <c:v>1.10479922</c:v>
                </c:pt>
                <c:pt idx="1322">
                  <c:v>1.19381036</c:v>
                </c:pt>
                <c:pt idx="1323">
                  <c:v>0.79134811</c:v>
                </c:pt>
                <c:pt idx="1324">
                  <c:v>0.89919355</c:v>
                </c:pt>
                <c:pt idx="1325">
                  <c:v>0.85339676</c:v>
                </c:pt>
                <c:pt idx="1326">
                  <c:v>0.8265018</c:v>
                </c:pt>
                <c:pt idx="1327">
                  <c:v>0.613651</c:v>
                </c:pt>
                <c:pt idx="1328">
                  <c:v>0.54533392</c:v>
                </c:pt>
                <c:pt idx="1329">
                  <c:v>0.59066968</c:v>
                </c:pt>
                <c:pt idx="1330">
                  <c:v>0.60428437</c:v>
                </c:pt>
                <c:pt idx="1331">
                  <c:v>0.55088235</c:v>
                </c:pt>
                <c:pt idx="1332">
                  <c:v>0.45115171</c:v>
                </c:pt>
                <c:pt idx="1333">
                  <c:v>0.47764128</c:v>
                </c:pt>
                <c:pt idx="1334">
                  <c:v>0.55922003</c:v>
                </c:pt>
                <c:pt idx="1335">
                  <c:v>0.67809299</c:v>
                </c:pt>
                <c:pt idx="1336">
                  <c:v>0.60399415</c:v>
                </c:pt>
                <c:pt idx="1337">
                  <c:v>0.58507463</c:v>
                </c:pt>
                <c:pt idx="1338">
                  <c:v>0.55039658</c:v>
                </c:pt>
                <c:pt idx="1339">
                  <c:v>0.49433633</c:v>
                </c:pt>
                <c:pt idx="1340">
                  <c:v>0.49661618</c:v>
                </c:pt>
                <c:pt idx="1341">
                  <c:v>0.60356413</c:v>
                </c:pt>
                <c:pt idx="1342">
                  <c:v>0.57396958</c:v>
                </c:pt>
                <c:pt idx="1343">
                  <c:v>0.55376561</c:v>
                </c:pt>
                <c:pt idx="1344">
                  <c:v>0.5856566</c:v>
                </c:pt>
                <c:pt idx="1345">
                  <c:v>0.56624555</c:v>
                </c:pt>
                <c:pt idx="1346">
                  <c:v>0.5620372</c:v>
                </c:pt>
                <c:pt idx="1347">
                  <c:v>0.61418465</c:v>
                </c:pt>
                <c:pt idx="1348">
                  <c:v>0.58216847</c:v>
                </c:pt>
                <c:pt idx="1349">
                  <c:v>0.77013113</c:v>
                </c:pt>
                <c:pt idx="1350">
                  <c:v>0.83925902</c:v>
                </c:pt>
                <c:pt idx="1351">
                  <c:v>0.78318778</c:v>
                </c:pt>
                <c:pt idx="1352">
                  <c:v>0.86889289</c:v>
                </c:pt>
                <c:pt idx="1353">
                  <c:v>1.13946174</c:v>
                </c:pt>
                <c:pt idx="1354">
                  <c:v>1.11166159</c:v>
                </c:pt>
                <c:pt idx="1355">
                  <c:v>0.96202532</c:v>
                </c:pt>
                <c:pt idx="1356">
                  <c:v>1.17399892</c:v>
                </c:pt>
                <c:pt idx="1357">
                  <c:v>0.81672158</c:v>
                </c:pt>
                <c:pt idx="1358">
                  <c:v>0.7240161</c:v>
                </c:pt>
                <c:pt idx="1359">
                  <c:v>0.84129852</c:v>
                </c:pt>
                <c:pt idx="1360">
                  <c:v>0.77215755</c:v>
                </c:pt>
                <c:pt idx="1361">
                  <c:v>0.72816969</c:v>
                </c:pt>
                <c:pt idx="1362">
                  <c:v>0.69137853</c:v>
                </c:pt>
                <c:pt idx="1363">
                  <c:v>0.77787234</c:v>
                </c:pt>
                <c:pt idx="1364">
                  <c:v>0.76499498</c:v>
                </c:pt>
                <c:pt idx="1365">
                  <c:v>0.71178737</c:v>
                </c:pt>
                <c:pt idx="1366">
                  <c:v>0.60837817</c:v>
                </c:pt>
                <c:pt idx="1367">
                  <c:v>0.71844927</c:v>
                </c:pt>
                <c:pt idx="1368">
                  <c:v>0.74473154</c:v>
                </c:pt>
                <c:pt idx="1369">
                  <c:v>0.72643923</c:v>
                </c:pt>
                <c:pt idx="1370">
                  <c:v>0.78718681</c:v>
                </c:pt>
                <c:pt idx="1371">
                  <c:v>0.80111477</c:v>
                </c:pt>
                <c:pt idx="1372">
                  <c:v>0.53121333</c:v>
                </c:pt>
                <c:pt idx="1373">
                  <c:v>0.56166298</c:v>
                </c:pt>
                <c:pt idx="1374">
                  <c:v>0.49952907</c:v>
                </c:pt>
                <c:pt idx="1375">
                  <c:v>0.61841216</c:v>
                </c:pt>
                <c:pt idx="1376">
                  <c:v>0.64575182</c:v>
                </c:pt>
                <c:pt idx="1377">
                  <c:v>0.51317472</c:v>
                </c:pt>
                <c:pt idx="1378">
                  <c:v>0.61145194</c:v>
                </c:pt>
                <c:pt idx="1379">
                  <c:v>0.63219982</c:v>
                </c:pt>
                <c:pt idx="1380">
                  <c:v>0.58790044</c:v>
                </c:pt>
                <c:pt idx="1381">
                  <c:v>0.66062254</c:v>
                </c:pt>
                <c:pt idx="1382">
                  <c:v>0.61326223</c:v>
                </c:pt>
                <c:pt idx="1383">
                  <c:v>1.46940881</c:v>
                </c:pt>
                <c:pt idx="1384">
                  <c:v>1.47220761</c:v>
                </c:pt>
                <c:pt idx="1385">
                  <c:v>1.3831312</c:v>
                </c:pt>
                <c:pt idx="1386">
                  <c:v>1.50498025</c:v>
                </c:pt>
                <c:pt idx="1387">
                  <c:v>1.99508831</c:v>
                </c:pt>
                <c:pt idx="1388">
                  <c:v>1.8999399</c:v>
                </c:pt>
                <c:pt idx="1389">
                  <c:v>2.03174094</c:v>
                </c:pt>
                <c:pt idx="1390">
                  <c:v>1.59378489</c:v>
                </c:pt>
                <c:pt idx="1391">
                  <c:v>1.53580097</c:v>
                </c:pt>
                <c:pt idx="1392">
                  <c:v>1.58738788</c:v>
                </c:pt>
                <c:pt idx="1393">
                  <c:v>1.62293839</c:v>
                </c:pt>
                <c:pt idx="1394">
                  <c:v>0.792473</c:v>
                </c:pt>
                <c:pt idx="1395">
                  <c:v>0.69562017</c:v>
                </c:pt>
                <c:pt idx="1396">
                  <c:v>0.7399205</c:v>
                </c:pt>
                <c:pt idx="1397">
                  <c:v>0.74383503</c:v>
                </c:pt>
                <c:pt idx="1398">
                  <c:v>0.64407572</c:v>
                </c:pt>
                <c:pt idx="1399">
                  <c:v>0.55020408</c:v>
                </c:pt>
                <c:pt idx="1400">
                  <c:v>0.65088161</c:v>
                </c:pt>
                <c:pt idx="1401">
                  <c:v>0.75784937</c:v>
                </c:pt>
                <c:pt idx="1402">
                  <c:v>0.75440729</c:v>
                </c:pt>
                <c:pt idx="1403">
                  <c:v>0.70008618</c:v>
                </c:pt>
                <c:pt idx="1404">
                  <c:v>0.83885585</c:v>
                </c:pt>
                <c:pt idx="1405">
                  <c:v>0.81532587</c:v>
                </c:pt>
                <c:pt idx="1406">
                  <c:v>0.80611354</c:v>
                </c:pt>
                <c:pt idx="1407">
                  <c:v>0.79911455</c:v>
                </c:pt>
                <c:pt idx="1408">
                  <c:v>0.89527289</c:v>
                </c:pt>
                <c:pt idx="1409">
                  <c:v>0.87182057</c:v>
                </c:pt>
                <c:pt idx="1410">
                  <c:v>0.88564103</c:v>
                </c:pt>
                <c:pt idx="1411">
                  <c:v>0.91393826</c:v>
                </c:pt>
                <c:pt idx="1412">
                  <c:v>0.93249196</c:v>
                </c:pt>
                <c:pt idx="1413">
                  <c:v>0.89101034</c:v>
                </c:pt>
                <c:pt idx="1414">
                  <c:v>0.95086404</c:v>
                </c:pt>
                <c:pt idx="1415">
                  <c:v>0.96871131</c:v>
                </c:pt>
                <c:pt idx="1416">
                  <c:v>0.83508061</c:v>
                </c:pt>
                <c:pt idx="1417">
                  <c:v>0.7899061</c:v>
                </c:pt>
                <c:pt idx="1418">
                  <c:v>0.76966216</c:v>
                </c:pt>
                <c:pt idx="1419">
                  <c:v>0.94409972</c:v>
                </c:pt>
                <c:pt idx="1420">
                  <c:v>1.14690441</c:v>
                </c:pt>
                <c:pt idx="1421">
                  <c:v>1.13531599</c:v>
                </c:pt>
                <c:pt idx="1422">
                  <c:v>1.14065374</c:v>
                </c:pt>
                <c:pt idx="1423">
                  <c:v>0.84161262</c:v>
                </c:pt>
                <c:pt idx="1424">
                  <c:v>0.84705685</c:v>
                </c:pt>
                <c:pt idx="1425">
                  <c:v>0.89645008</c:v>
                </c:pt>
                <c:pt idx="1426">
                  <c:v>0.86695877</c:v>
                </c:pt>
                <c:pt idx="1427">
                  <c:v>0.68145992</c:v>
                </c:pt>
                <c:pt idx="1428">
                  <c:v>0.70108428</c:v>
                </c:pt>
                <c:pt idx="1429">
                  <c:v>0.66610259</c:v>
                </c:pt>
                <c:pt idx="1430">
                  <c:v>0.74976494</c:v>
                </c:pt>
                <c:pt idx="1431">
                  <c:v>0.63288156</c:v>
                </c:pt>
                <c:pt idx="1432">
                  <c:v>0.57245223</c:v>
                </c:pt>
                <c:pt idx="1433">
                  <c:v>0.74623007</c:v>
                </c:pt>
                <c:pt idx="1434">
                  <c:v>0.79545928</c:v>
                </c:pt>
                <c:pt idx="1435">
                  <c:v>0.69326856</c:v>
                </c:pt>
                <c:pt idx="1436">
                  <c:v>0.72168042</c:v>
                </c:pt>
                <c:pt idx="1437">
                  <c:v>0.75072524</c:v>
                </c:pt>
                <c:pt idx="1438">
                  <c:v>0.52214126</c:v>
                </c:pt>
                <c:pt idx="1439">
                  <c:v>0.49725806</c:v>
                </c:pt>
                <c:pt idx="1440">
                  <c:v>0.49170712</c:v>
                </c:pt>
                <c:pt idx="1441">
                  <c:v>0.54511782</c:v>
                </c:pt>
                <c:pt idx="1442">
                  <c:v>0.55079336</c:v>
                </c:pt>
                <c:pt idx="1443">
                  <c:v>0.58290598</c:v>
                </c:pt>
                <c:pt idx="1444">
                  <c:v>0.57317616</c:v>
                </c:pt>
                <c:pt idx="1445">
                  <c:v>0.59322251</c:v>
                </c:pt>
                <c:pt idx="1446">
                  <c:v>0.61030103</c:v>
                </c:pt>
                <c:pt idx="1447">
                  <c:v>0.58128934</c:v>
                </c:pt>
                <c:pt idx="1448">
                  <c:v>0.59037915</c:v>
                </c:pt>
                <c:pt idx="1449">
                  <c:v>0.87278763</c:v>
                </c:pt>
                <c:pt idx="1450">
                  <c:v>0.97029352</c:v>
                </c:pt>
                <c:pt idx="1451">
                  <c:v>0.84066654</c:v>
                </c:pt>
                <c:pt idx="1452">
                  <c:v>0.98273206</c:v>
                </c:pt>
                <c:pt idx="1453">
                  <c:v>1.20422961</c:v>
                </c:pt>
                <c:pt idx="1454">
                  <c:v>1.23934194</c:v>
                </c:pt>
                <c:pt idx="1455">
                  <c:v>1.25390947</c:v>
                </c:pt>
                <c:pt idx="1456">
                  <c:v>0.87921348</c:v>
                </c:pt>
                <c:pt idx="1457">
                  <c:v>0.97158883</c:v>
                </c:pt>
                <c:pt idx="1458">
                  <c:v>0.90377166</c:v>
                </c:pt>
                <c:pt idx="1459">
                  <c:v>0.92101559</c:v>
                </c:pt>
                <c:pt idx="1460">
                  <c:v>0.62166215</c:v>
                </c:pt>
                <c:pt idx="1461">
                  <c:v>0.5942029</c:v>
                </c:pt>
                <c:pt idx="1462">
                  <c:v>0.58316446</c:v>
                </c:pt>
                <c:pt idx="1463">
                  <c:v>0.66663485</c:v>
                </c:pt>
                <c:pt idx="1464">
                  <c:v>0.5209528</c:v>
                </c:pt>
                <c:pt idx="1465">
                  <c:v>0.48622934</c:v>
                </c:pt>
                <c:pt idx="1466">
                  <c:v>0.60420109</c:v>
                </c:pt>
                <c:pt idx="1467">
                  <c:v>0.62026127</c:v>
                </c:pt>
                <c:pt idx="1468">
                  <c:v>0.58119175</c:v>
                </c:pt>
                <c:pt idx="1469">
                  <c:v>0.67488942</c:v>
                </c:pt>
                <c:pt idx="1470">
                  <c:v>0.63163208</c:v>
                </c:pt>
                <c:pt idx="1471">
                  <c:v>0.57280254</c:v>
                </c:pt>
                <c:pt idx="1472">
                  <c:v>0.62861944</c:v>
                </c:pt>
                <c:pt idx="1473">
                  <c:v>0.56123442</c:v>
                </c:pt>
                <c:pt idx="1474">
                  <c:v>0.63201904</c:v>
                </c:pt>
                <c:pt idx="1475">
                  <c:v>0.58961118</c:v>
                </c:pt>
                <c:pt idx="1476">
                  <c:v>0.66658051</c:v>
                </c:pt>
                <c:pt idx="1477">
                  <c:v>0.63289594</c:v>
                </c:pt>
                <c:pt idx="1478">
                  <c:v>0.59875008</c:v>
                </c:pt>
                <c:pt idx="1479">
                  <c:v>0.60743669</c:v>
                </c:pt>
                <c:pt idx="1480">
                  <c:v>0.68010447</c:v>
                </c:pt>
                <c:pt idx="1481">
                  <c:v>0.64697505</c:v>
                </c:pt>
                <c:pt idx="1482">
                  <c:v>0.92074957</c:v>
                </c:pt>
                <c:pt idx="1483">
                  <c:v>1.00955849</c:v>
                </c:pt>
                <c:pt idx="1484">
                  <c:v>0.95037022</c:v>
                </c:pt>
                <c:pt idx="1485">
                  <c:v>1.01496623</c:v>
                </c:pt>
                <c:pt idx="1486">
                  <c:v>1.34664049</c:v>
                </c:pt>
                <c:pt idx="1487">
                  <c:v>1.53794296</c:v>
                </c:pt>
                <c:pt idx="1488">
                  <c:v>1.39128375</c:v>
                </c:pt>
                <c:pt idx="1489">
                  <c:v>0.94954994</c:v>
                </c:pt>
                <c:pt idx="1490">
                  <c:v>0.96472475</c:v>
                </c:pt>
                <c:pt idx="1491">
                  <c:v>0.93761141</c:v>
                </c:pt>
                <c:pt idx="1492">
                  <c:v>0.92419355</c:v>
                </c:pt>
                <c:pt idx="1493">
                  <c:v>0.88960101</c:v>
                </c:pt>
                <c:pt idx="1494">
                  <c:v>0.86463461</c:v>
                </c:pt>
                <c:pt idx="1495">
                  <c:v>0.8046595</c:v>
                </c:pt>
                <c:pt idx="1496">
                  <c:v>0.87871328</c:v>
                </c:pt>
                <c:pt idx="1497">
                  <c:v>0.84008277</c:v>
                </c:pt>
                <c:pt idx="1498">
                  <c:v>0.79434629</c:v>
                </c:pt>
                <c:pt idx="1499">
                  <c:v>0.75265834</c:v>
                </c:pt>
                <c:pt idx="1500">
                  <c:v>0.82534571</c:v>
                </c:pt>
                <c:pt idx="1501">
                  <c:v>0.82316443</c:v>
                </c:pt>
                <c:pt idx="1502">
                  <c:v>0.83944069</c:v>
                </c:pt>
                <c:pt idx="1503">
                  <c:v>0.92489516</c:v>
                </c:pt>
                <c:pt idx="1504">
                  <c:v>0.60789766</c:v>
                </c:pt>
                <c:pt idx="1505">
                  <c:v>0.73423061</c:v>
                </c:pt>
                <c:pt idx="1506">
                  <c:v>0.64704999</c:v>
                </c:pt>
                <c:pt idx="1507">
                  <c:v>0.6826039</c:v>
                </c:pt>
                <c:pt idx="1508">
                  <c:v>0.68591759</c:v>
                </c:pt>
                <c:pt idx="1509">
                  <c:v>0.72838964</c:v>
                </c:pt>
                <c:pt idx="1510">
                  <c:v>0.70314943</c:v>
                </c:pt>
                <c:pt idx="1511">
                  <c:v>0.67403639</c:v>
                </c:pt>
                <c:pt idx="1512">
                  <c:v>0.63664064</c:v>
                </c:pt>
                <c:pt idx="1513">
                  <c:v>0.69878211</c:v>
                </c:pt>
                <c:pt idx="1514">
                  <c:v>0.70780399</c:v>
                </c:pt>
                <c:pt idx="1515">
                  <c:v>1.36823059</c:v>
                </c:pt>
                <c:pt idx="1516">
                  <c:v>1.26769314</c:v>
                </c:pt>
                <c:pt idx="1517">
                  <c:v>1.23056826</c:v>
                </c:pt>
                <c:pt idx="1518">
                  <c:v>1.37078652</c:v>
                </c:pt>
                <c:pt idx="1519">
                  <c:v>1.64079387</c:v>
                </c:pt>
                <c:pt idx="1520">
                  <c:v>1.70811744</c:v>
                </c:pt>
                <c:pt idx="1521">
                  <c:v>1.788006</c:v>
                </c:pt>
                <c:pt idx="1522">
                  <c:v>1.36839882</c:v>
                </c:pt>
                <c:pt idx="1523">
                  <c:v>1.373338</c:v>
                </c:pt>
                <c:pt idx="1524">
                  <c:v>1.43548007</c:v>
                </c:pt>
                <c:pt idx="1525">
                  <c:v>1.36924656</c:v>
                </c:pt>
                <c:pt idx="1526">
                  <c:v>0.59609027</c:v>
                </c:pt>
                <c:pt idx="1527">
                  <c:v>0.59632484</c:v>
                </c:pt>
                <c:pt idx="1528">
                  <c:v>0.5410302</c:v>
                </c:pt>
                <c:pt idx="1529">
                  <c:v>0.6654902</c:v>
                </c:pt>
                <c:pt idx="1530">
                  <c:v>0.50968762</c:v>
                </c:pt>
                <c:pt idx="1531">
                  <c:v>0.51539069</c:v>
                </c:pt>
                <c:pt idx="1532">
                  <c:v>0.59662577</c:v>
                </c:pt>
                <c:pt idx="1533">
                  <c:v>0.49961977</c:v>
                </c:pt>
                <c:pt idx="1534">
                  <c:v>0.60474055</c:v>
                </c:pt>
                <c:pt idx="1535">
                  <c:v>0.59260992</c:v>
                </c:pt>
                <c:pt idx="1536">
                  <c:v>0.64686862</c:v>
                </c:pt>
                <c:pt idx="1537">
                  <c:v>0.68928745</c:v>
                </c:pt>
                <c:pt idx="1538">
                  <c:v>0.71926465</c:v>
                </c:pt>
                <c:pt idx="1539">
                  <c:v>0.67070457</c:v>
                </c:pt>
                <c:pt idx="1540">
                  <c:v>0.71592775</c:v>
                </c:pt>
                <c:pt idx="1541">
                  <c:v>0.61548732</c:v>
                </c:pt>
                <c:pt idx="1542">
                  <c:v>0.66115399</c:v>
                </c:pt>
                <c:pt idx="1543">
                  <c:v>0.67916303</c:v>
                </c:pt>
                <c:pt idx="1544">
                  <c:v>0.69589258</c:v>
                </c:pt>
                <c:pt idx="1545">
                  <c:v>0.64649924</c:v>
                </c:pt>
                <c:pt idx="1546">
                  <c:v>0.73062659</c:v>
                </c:pt>
                <c:pt idx="1547">
                  <c:v>0.77142857</c:v>
                </c:pt>
                <c:pt idx="1548">
                  <c:v>0.75059102</c:v>
                </c:pt>
                <c:pt idx="1549">
                  <c:v>0.87164165</c:v>
                </c:pt>
                <c:pt idx="1550">
                  <c:v>0.97508682</c:v>
                </c:pt>
                <c:pt idx="1551">
                  <c:v>0.85504054</c:v>
                </c:pt>
                <c:pt idx="1552">
                  <c:v>0.98545048</c:v>
                </c:pt>
                <c:pt idx="1553">
                  <c:v>1.26121372</c:v>
                </c:pt>
                <c:pt idx="1554">
                  <c:v>1.35996127</c:v>
                </c:pt>
                <c:pt idx="1555">
                  <c:v>1.38097871</c:v>
                </c:pt>
                <c:pt idx="1556">
                  <c:v>1.00290728</c:v>
                </c:pt>
                <c:pt idx="1557">
                  <c:v>0.95449331</c:v>
                </c:pt>
                <c:pt idx="1558">
                  <c:v>1.03423523</c:v>
                </c:pt>
                <c:pt idx="1559">
                  <c:v>0.96823313</c:v>
                </c:pt>
                <c:pt idx="1560">
                  <c:v>0.651692</c:v>
                </c:pt>
                <c:pt idx="1561">
                  <c:v>0.57461646</c:v>
                </c:pt>
                <c:pt idx="1562">
                  <c:v>0.60703812</c:v>
                </c:pt>
                <c:pt idx="1563">
                  <c:v>0.6505295</c:v>
                </c:pt>
                <c:pt idx="1564">
                  <c:v>0.56412005</c:v>
                </c:pt>
                <c:pt idx="1565">
                  <c:v>0.45872061</c:v>
                </c:pt>
                <c:pt idx="1566">
                  <c:v>0.52415619</c:v>
                </c:pt>
                <c:pt idx="1567">
                  <c:v>0.67205209</c:v>
                </c:pt>
                <c:pt idx="1568">
                  <c:v>0.55067691</c:v>
                </c:pt>
                <c:pt idx="1569">
                  <c:v>0.58195755</c:v>
                </c:pt>
                <c:pt idx="1570">
                  <c:v>0.67571288</c:v>
                </c:pt>
                <c:pt idx="1571">
                  <c:v>0.57311972</c:v>
                </c:pt>
                <c:pt idx="1572">
                  <c:v>0.57932692</c:v>
                </c:pt>
                <c:pt idx="1573">
                  <c:v>0.54181939</c:v>
                </c:pt>
                <c:pt idx="1574">
                  <c:v>0.64036179</c:v>
                </c:pt>
                <c:pt idx="1575">
                  <c:v>0.53301887</c:v>
                </c:pt>
                <c:pt idx="1576">
                  <c:v>0.60609103</c:v>
                </c:pt>
                <c:pt idx="1577">
                  <c:v>0.64329357</c:v>
                </c:pt>
                <c:pt idx="1578">
                  <c:v>0.62267283</c:v>
                </c:pt>
                <c:pt idx="1579">
                  <c:v>0.56983528</c:v>
                </c:pt>
                <c:pt idx="1580">
                  <c:v>0.61969668</c:v>
                </c:pt>
                <c:pt idx="1581">
                  <c:v>0.61724318</c:v>
                </c:pt>
                <c:pt idx="1582">
                  <c:v>0.66157589</c:v>
                </c:pt>
                <c:pt idx="1583">
                  <c:v>0.6632521</c:v>
                </c:pt>
                <c:pt idx="1584">
                  <c:v>0.65139082</c:v>
                </c:pt>
                <c:pt idx="1585">
                  <c:v>0.69311845</c:v>
                </c:pt>
                <c:pt idx="1586">
                  <c:v>0.98804105</c:v>
                </c:pt>
                <c:pt idx="1587">
                  <c:v>0.9424248</c:v>
                </c:pt>
                <c:pt idx="1588">
                  <c:v>1.01863354</c:v>
                </c:pt>
                <c:pt idx="1589">
                  <c:v>0.68482312</c:v>
                </c:pt>
                <c:pt idx="1590">
                  <c:v>0.72883247</c:v>
                </c:pt>
                <c:pt idx="1591">
                  <c:v>0.69722074</c:v>
                </c:pt>
                <c:pt idx="1592">
                  <c:v>0.72550778</c:v>
                </c:pt>
                <c:pt idx="1593">
                  <c:v>0.67497816</c:v>
                </c:pt>
                <c:pt idx="1594">
                  <c:v>0.66442792</c:v>
                </c:pt>
                <c:pt idx="1595">
                  <c:v>0.69543246</c:v>
                </c:pt>
                <c:pt idx="1596">
                  <c:v>0.7561743</c:v>
                </c:pt>
                <c:pt idx="1597">
                  <c:v>0.65550142</c:v>
                </c:pt>
                <c:pt idx="1598">
                  <c:v>0.60819828</c:v>
                </c:pt>
                <c:pt idx="1599">
                  <c:v>0.67709041</c:v>
                </c:pt>
                <c:pt idx="1600">
                  <c:v>0.75265604</c:v>
                </c:pt>
                <c:pt idx="1601">
                  <c:v>0.67750159</c:v>
                </c:pt>
                <c:pt idx="1602">
                  <c:v>0.7216914</c:v>
                </c:pt>
                <c:pt idx="1603">
                  <c:v>0.77860659</c:v>
                </c:pt>
                <c:pt idx="1604">
                  <c:v>0.47598983</c:v>
                </c:pt>
                <c:pt idx="1605">
                  <c:v>0.46074766</c:v>
                </c:pt>
                <c:pt idx="1606">
                  <c:v>0.48280677</c:v>
                </c:pt>
                <c:pt idx="1607">
                  <c:v>0.56242547</c:v>
                </c:pt>
                <c:pt idx="1608">
                  <c:v>0.61588331</c:v>
                </c:pt>
                <c:pt idx="1609">
                  <c:v>0.55300172</c:v>
                </c:pt>
                <c:pt idx="1610">
                  <c:v>0.5744186</c:v>
                </c:pt>
                <c:pt idx="1611">
                  <c:v>0.52755825</c:v>
                </c:pt>
                <c:pt idx="1612">
                  <c:v>0.55508843</c:v>
                </c:pt>
                <c:pt idx="1613">
                  <c:v>0.57646347</c:v>
                </c:pt>
                <c:pt idx="1614">
                  <c:v>0.55691708</c:v>
                </c:pt>
                <c:pt idx="1615">
                  <c:v>1.4045193</c:v>
                </c:pt>
                <c:pt idx="1616">
                  <c:v>1.51076974</c:v>
                </c:pt>
                <c:pt idx="1617">
                  <c:v>1.39473336</c:v>
                </c:pt>
                <c:pt idx="1618">
                  <c:v>1.53334057</c:v>
                </c:pt>
                <c:pt idx="1619">
                  <c:v>1.99321113</c:v>
                </c:pt>
                <c:pt idx="1620">
                  <c:v>1.95826813</c:v>
                </c:pt>
                <c:pt idx="1621">
                  <c:v>1.9525815</c:v>
                </c:pt>
                <c:pt idx="1622">
                  <c:v>1.59874379</c:v>
                </c:pt>
                <c:pt idx="1623">
                  <c:v>1.39968304</c:v>
                </c:pt>
                <c:pt idx="1624">
                  <c:v>1.7169051</c:v>
                </c:pt>
                <c:pt idx="1625">
                  <c:v>1.54212886</c:v>
                </c:pt>
                <c:pt idx="1626">
                  <c:v>0.80827802</c:v>
                </c:pt>
                <c:pt idx="1627">
                  <c:v>0.79240425</c:v>
                </c:pt>
                <c:pt idx="1628">
                  <c:v>0.73513038</c:v>
                </c:pt>
                <c:pt idx="1629">
                  <c:v>0.81619606</c:v>
                </c:pt>
                <c:pt idx="1630">
                  <c:v>0.79336283</c:v>
                </c:pt>
                <c:pt idx="1631">
                  <c:v>0.62923463</c:v>
                </c:pt>
                <c:pt idx="1632">
                  <c:v>0.77047196</c:v>
                </c:pt>
                <c:pt idx="1633">
                  <c:v>0.79818078</c:v>
                </c:pt>
                <c:pt idx="1634">
                  <c:v>0.72448015</c:v>
                </c:pt>
                <c:pt idx="1635">
                  <c:v>0.73338073</c:v>
                </c:pt>
                <c:pt idx="1636">
                  <c:v>0.79883773</c:v>
                </c:pt>
                <c:pt idx="1637">
                  <c:v>0.75671762</c:v>
                </c:pt>
                <c:pt idx="1638">
                  <c:v>0.83672956</c:v>
                </c:pt>
                <c:pt idx="1639">
                  <c:v>0.86877351</c:v>
                </c:pt>
                <c:pt idx="1640">
                  <c:v>0.84470026</c:v>
                </c:pt>
                <c:pt idx="1641">
                  <c:v>0.88381275</c:v>
                </c:pt>
                <c:pt idx="1642">
                  <c:v>0.88685932</c:v>
                </c:pt>
                <c:pt idx="1643">
                  <c:v>0.85081756</c:v>
                </c:pt>
                <c:pt idx="1644">
                  <c:v>0.82866648</c:v>
                </c:pt>
                <c:pt idx="1645">
                  <c:v>0.94716879</c:v>
                </c:pt>
                <c:pt idx="1646">
                  <c:v>0.94509129</c:v>
                </c:pt>
                <c:pt idx="1647">
                  <c:v>0.71181402</c:v>
                </c:pt>
                <c:pt idx="1648">
                  <c:v>0.69206461</c:v>
                </c:pt>
                <c:pt idx="1649">
                  <c:v>0.68164378</c:v>
                </c:pt>
                <c:pt idx="1650">
                  <c:v>0.68441464</c:v>
                </c:pt>
                <c:pt idx="1651">
                  <c:v>1.06798592</c:v>
                </c:pt>
                <c:pt idx="1652">
                  <c:v>1.09229259</c:v>
                </c:pt>
                <c:pt idx="1653">
                  <c:v>0.99796386</c:v>
                </c:pt>
                <c:pt idx="1654">
                  <c:v>0.81414767</c:v>
                </c:pt>
                <c:pt idx="1655">
                  <c:v>0.74761164</c:v>
                </c:pt>
                <c:pt idx="1656">
                  <c:v>0.90023753</c:v>
                </c:pt>
                <c:pt idx="1657">
                  <c:v>0.8368694</c:v>
                </c:pt>
                <c:pt idx="1658">
                  <c:v>0.66729484</c:v>
                </c:pt>
                <c:pt idx="1659">
                  <c:v>0.67322239</c:v>
                </c:pt>
                <c:pt idx="1660">
                  <c:v>0.56710054</c:v>
                </c:pt>
                <c:pt idx="1661">
                  <c:v>0.71382507</c:v>
                </c:pt>
                <c:pt idx="1662">
                  <c:v>0.60043988</c:v>
                </c:pt>
                <c:pt idx="1663">
                  <c:v>0.69150246</c:v>
                </c:pt>
                <c:pt idx="1664">
                  <c:v>0.66891892</c:v>
                </c:pt>
                <c:pt idx="1665">
                  <c:v>0.66714015</c:v>
                </c:pt>
                <c:pt idx="1666">
                  <c:v>0.62504434</c:v>
                </c:pt>
                <c:pt idx="1667">
                  <c:v>0.71924903</c:v>
                </c:pt>
                <c:pt idx="1668">
                  <c:v>0.48273128</c:v>
                </c:pt>
                <c:pt idx="1669">
                  <c:v>0.48593228</c:v>
                </c:pt>
                <c:pt idx="1670">
                  <c:v>0.486329</c:v>
                </c:pt>
                <c:pt idx="1671">
                  <c:v>0.49629972</c:v>
                </c:pt>
                <c:pt idx="1672">
                  <c:v>0.5377445</c:v>
                </c:pt>
                <c:pt idx="1673">
                  <c:v>0.58831254</c:v>
                </c:pt>
                <c:pt idx="1674">
                  <c:v>0.58105802</c:v>
                </c:pt>
                <c:pt idx="1675">
                  <c:v>0.51998329</c:v>
                </c:pt>
                <c:pt idx="1676">
                  <c:v>0.48852996</c:v>
                </c:pt>
                <c:pt idx="1677">
                  <c:v>0.50281794</c:v>
                </c:pt>
                <c:pt idx="1678">
                  <c:v>0.57766182</c:v>
                </c:pt>
                <c:pt idx="1679">
                  <c:v>0.74222532</c:v>
                </c:pt>
                <c:pt idx="1680">
                  <c:v>0.77949873</c:v>
                </c:pt>
                <c:pt idx="1681">
                  <c:v>0.79559012</c:v>
                </c:pt>
                <c:pt idx="1682">
                  <c:v>0.76466691</c:v>
                </c:pt>
                <c:pt idx="1683">
                  <c:v>1.11025673</c:v>
                </c:pt>
                <c:pt idx="1684">
                  <c:v>1.12487992</c:v>
                </c:pt>
                <c:pt idx="1685">
                  <c:v>1.22682806</c:v>
                </c:pt>
                <c:pt idx="1686">
                  <c:v>0.83571494</c:v>
                </c:pt>
                <c:pt idx="1687">
                  <c:v>0.89121191</c:v>
                </c:pt>
                <c:pt idx="1688">
                  <c:v>0.89237155</c:v>
                </c:pt>
                <c:pt idx="1689">
                  <c:v>0.86989033</c:v>
                </c:pt>
                <c:pt idx="1690">
                  <c:v>0.59285804</c:v>
                </c:pt>
                <c:pt idx="1691">
                  <c:v>0.62759867</c:v>
                </c:pt>
                <c:pt idx="1692">
                  <c:v>0.56566916</c:v>
                </c:pt>
                <c:pt idx="1693">
                  <c:v>0.62501761</c:v>
                </c:pt>
                <c:pt idx="1694">
                  <c:v>0.54497969</c:v>
                </c:pt>
                <c:pt idx="1695">
                  <c:v>0.52904564</c:v>
                </c:pt>
                <c:pt idx="1696">
                  <c:v>0.58681246</c:v>
                </c:pt>
                <c:pt idx="1697">
                  <c:v>0.60283542</c:v>
                </c:pt>
                <c:pt idx="1698">
                  <c:v>0.64318355</c:v>
                </c:pt>
                <c:pt idx="1699">
                  <c:v>0.55545952</c:v>
                </c:pt>
                <c:pt idx="1700">
                  <c:v>0.6411813</c:v>
                </c:pt>
                <c:pt idx="1701">
                  <c:v>0.5163898</c:v>
                </c:pt>
                <c:pt idx="1702">
                  <c:v>0.54612216</c:v>
                </c:pt>
                <c:pt idx="1703">
                  <c:v>0.58799927</c:v>
                </c:pt>
                <c:pt idx="1704">
                  <c:v>0.60935721</c:v>
                </c:pt>
                <c:pt idx="1705">
                  <c:v>0.56945591</c:v>
                </c:pt>
                <c:pt idx="1706">
                  <c:v>0.51580905</c:v>
                </c:pt>
                <c:pt idx="1707">
                  <c:v>0.54784689</c:v>
                </c:pt>
                <c:pt idx="1708">
                  <c:v>0.55798433</c:v>
                </c:pt>
                <c:pt idx="1709">
                  <c:v>0.61342005</c:v>
                </c:pt>
                <c:pt idx="1710">
                  <c:v>0.59476534</c:v>
                </c:pt>
                <c:pt idx="1711">
                  <c:v>0.63538854</c:v>
                </c:pt>
                <c:pt idx="1712">
                  <c:v>0.77479248</c:v>
                </c:pt>
                <c:pt idx="1713">
                  <c:v>0.8050821</c:v>
                </c:pt>
                <c:pt idx="1714">
                  <c:v>0.74436628</c:v>
                </c:pt>
                <c:pt idx="1715">
                  <c:v>0.84037598</c:v>
                </c:pt>
                <c:pt idx="1716">
                  <c:v>1.23296752</c:v>
                </c:pt>
                <c:pt idx="1717">
                  <c:v>1.45832382</c:v>
                </c:pt>
                <c:pt idx="1718">
                  <c:v>1.36636601</c:v>
                </c:pt>
                <c:pt idx="1719">
                  <c:v>0.83904395</c:v>
                </c:pt>
                <c:pt idx="1720">
                  <c:v>0.84896153</c:v>
                </c:pt>
                <c:pt idx="1721">
                  <c:v>0.81213695</c:v>
                </c:pt>
                <c:pt idx="1722">
                  <c:v>0.78337886</c:v>
                </c:pt>
                <c:pt idx="1723">
                  <c:v>0.7348327</c:v>
                </c:pt>
                <c:pt idx="1724">
                  <c:v>0.67934583</c:v>
                </c:pt>
                <c:pt idx="1725">
                  <c:v>0.66481109</c:v>
                </c:pt>
                <c:pt idx="1726">
                  <c:v>0.79671151</c:v>
                </c:pt>
                <c:pt idx="1727">
                  <c:v>0.67118414</c:v>
                </c:pt>
                <c:pt idx="1728">
                  <c:v>0.6659052</c:v>
                </c:pt>
                <c:pt idx="1729">
                  <c:v>0.72462705</c:v>
                </c:pt>
                <c:pt idx="1730">
                  <c:v>0.75199832</c:v>
                </c:pt>
                <c:pt idx="1731">
                  <c:v>0.69776119</c:v>
                </c:pt>
                <c:pt idx="1732">
                  <c:v>0.67090699</c:v>
                </c:pt>
                <c:pt idx="1733">
                  <c:v>0.81367679</c:v>
                </c:pt>
                <c:pt idx="1734">
                  <c:v>0.55419116</c:v>
                </c:pt>
                <c:pt idx="1735">
                  <c:v>0.53245342</c:v>
                </c:pt>
                <c:pt idx="1736">
                  <c:v>0.51670658</c:v>
                </c:pt>
                <c:pt idx="1737">
                  <c:v>0.59356599</c:v>
                </c:pt>
                <c:pt idx="1738">
                  <c:v>0.58183908</c:v>
                </c:pt>
                <c:pt idx="1739">
                  <c:v>0.59389831</c:v>
                </c:pt>
                <c:pt idx="1740">
                  <c:v>0.69991653</c:v>
                </c:pt>
                <c:pt idx="1741">
                  <c:v>0.5921615</c:v>
                </c:pt>
                <c:pt idx="1742">
                  <c:v>0.55662349</c:v>
                </c:pt>
                <c:pt idx="1743">
                  <c:v>0.62581429</c:v>
                </c:pt>
                <c:pt idx="1744">
                  <c:v>0.59989837</c:v>
                </c:pt>
                <c:pt idx="1745">
                  <c:v>1.37141776</c:v>
                </c:pt>
                <c:pt idx="1746">
                  <c:v>1.4762786</c:v>
                </c:pt>
                <c:pt idx="1747">
                  <c:v>1.37175068</c:v>
                </c:pt>
                <c:pt idx="1748">
                  <c:v>1.54603893</c:v>
                </c:pt>
                <c:pt idx="1749">
                  <c:v>1.96816522</c:v>
                </c:pt>
                <c:pt idx="1750">
                  <c:v>2.02719033</c:v>
                </c:pt>
                <c:pt idx="1751">
                  <c:v>1.47441652</c:v>
                </c:pt>
                <c:pt idx="1752">
                  <c:v>1.51783013</c:v>
                </c:pt>
                <c:pt idx="1753">
                  <c:v>1.49849037</c:v>
                </c:pt>
                <c:pt idx="1754">
                  <c:v>1.58195419</c:v>
                </c:pt>
                <c:pt idx="1755">
                  <c:v>0.65997799</c:v>
                </c:pt>
                <c:pt idx="1756">
                  <c:v>0.68828654</c:v>
                </c:pt>
                <c:pt idx="1757">
                  <c:v>0.62651515</c:v>
                </c:pt>
                <c:pt idx="1758">
                  <c:v>0.69728491</c:v>
                </c:pt>
                <c:pt idx="1759">
                  <c:v>0.6152957</c:v>
                </c:pt>
                <c:pt idx="1760">
                  <c:v>0.58959538</c:v>
                </c:pt>
                <c:pt idx="1761">
                  <c:v>0.64643985</c:v>
                </c:pt>
                <c:pt idx="1762">
                  <c:v>0.66401674</c:v>
                </c:pt>
                <c:pt idx="1763">
                  <c:v>0.63932003</c:v>
                </c:pt>
                <c:pt idx="1764">
                  <c:v>0.62953244</c:v>
                </c:pt>
                <c:pt idx="1765">
                  <c:v>0.68062926</c:v>
                </c:pt>
                <c:pt idx="1766">
                  <c:v>0.76232312</c:v>
                </c:pt>
                <c:pt idx="1767">
                  <c:v>0.77877148</c:v>
                </c:pt>
                <c:pt idx="1768">
                  <c:v>0.69790999</c:v>
                </c:pt>
                <c:pt idx="1769">
                  <c:v>0.77177211</c:v>
                </c:pt>
                <c:pt idx="1770">
                  <c:v>0.78857911</c:v>
                </c:pt>
                <c:pt idx="1771">
                  <c:v>0.69005472</c:v>
                </c:pt>
                <c:pt idx="1772">
                  <c:v>0.77408027</c:v>
                </c:pt>
                <c:pt idx="1773">
                  <c:v>0.80877492</c:v>
                </c:pt>
                <c:pt idx="1774">
                  <c:v>0.73720682</c:v>
                </c:pt>
                <c:pt idx="1775">
                  <c:v>0.82781845</c:v>
                </c:pt>
                <c:pt idx="1776">
                  <c:v>0.84714575</c:v>
                </c:pt>
                <c:pt idx="1777">
                  <c:v>0.77485857</c:v>
                </c:pt>
                <c:pt idx="1778">
                  <c:v>0.88738908</c:v>
                </c:pt>
                <c:pt idx="1779">
                  <c:v>0.73850601</c:v>
                </c:pt>
                <c:pt idx="1780">
                  <c:v>0.8686215</c:v>
                </c:pt>
                <c:pt idx="1781">
                  <c:v>1.14123812</c:v>
                </c:pt>
                <c:pt idx="1782">
                  <c:v>1.51084876</c:v>
                </c:pt>
                <c:pt idx="1783">
                  <c:v>1.2220991</c:v>
                </c:pt>
                <c:pt idx="1784">
                  <c:v>0.9150828</c:v>
                </c:pt>
                <c:pt idx="1785">
                  <c:v>0.87128072</c:v>
                </c:pt>
                <c:pt idx="1786">
                  <c:v>0.8691385</c:v>
                </c:pt>
                <c:pt idx="1787">
                  <c:v>0.84396545</c:v>
                </c:pt>
                <c:pt idx="1788">
                  <c:v>0.73779368</c:v>
                </c:pt>
                <c:pt idx="1789">
                  <c:v>0.66443344</c:v>
                </c:pt>
                <c:pt idx="1790">
                  <c:v>0.65977823</c:v>
                </c:pt>
                <c:pt idx="1791">
                  <c:v>0.72143308</c:v>
                </c:pt>
                <c:pt idx="1792">
                  <c:v>0.55391868</c:v>
                </c:pt>
                <c:pt idx="1793">
                  <c:v>0.58205335</c:v>
                </c:pt>
                <c:pt idx="1794">
                  <c:v>0.68320762</c:v>
                </c:pt>
                <c:pt idx="1795">
                  <c:v>0.73857691</c:v>
                </c:pt>
                <c:pt idx="1796">
                  <c:v>0.62646199</c:v>
                </c:pt>
                <c:pt idx="1797">
                  <c:v>0.70088496</c:v>
                </c:pt>
                <c:pt idx="1798">
                  <c:v>0.76415256</c:v>
                </c:pt>
                <c:pt idx="1799">
                  <c:v>0.54672967</c:v>
                </c:pt>
                <c:pt idx="1800">
                  <c:v>0.51436922</c:v>
                </c:pt>
                <c:pt idx="1801">
                  <c:v>0.45683453</c:v>
                </c:pt>
                <c:pt idx="1802">
                  <c:v>0.54844273</c:v>
                </c:pt>
                <c:pt idx="1803">
                  <c:v>0.54706734</c:v>
                </c:pt>
                <c:pt idx="1804">
                  <c:v>0.60516066</c:v>
                </c:pt>
                <c:pt idx="1805">
                  <c:v>0.60791851</c:v>
                </c:pt>
                <c:pt idx="1806">
                  <c:v>0.57211934</c:v>
                </c:pt>
                <c:pt idx="1807">
                  <c:v>0.57189795</c:v>
                </c:pt>
                <c:pt idx="1808">
                  <c:v>0.58486968</c:v>
                </c:pt>
                <c:pt idx="1809">
                  <c:v>0.5666142</c:v>
                </c:pt>
                <c:pt idx="1810">
                  <c:v>0.90190433</c:v>
                </c:pt>
                <c:pt idx="1811">
                  <c:v>0.95470899</c:v>
                </c:pt>
                <c:pt idx="1812">
                  <c:v>0.81933502</c:v>
                </c:pt>
                <c:pt idx="1813">
                  <c:v>0.96226571</c:v>
                </c:pt>
                <c:pt idx="1814">
                  <c:v>1.22399384</c:v>
                </c:pt>
                <c:pt idx="1815">
                  <c:v>1.31400735</c:v>
                </c:pt>
                <c:pt idx="1816">
                  <c:v>0.98719044</c:v>
                </c:pt>
                <c:pt idx="1817">
                  <c:v>1.33319903</c:v>
                </c:pt>
                <c:pt idx="1818">
                  <c:v>0.9531289</c:v>
                </c:pt>
                <c:pt idx="1819">
                  <c:v>0.91508461</c:v>
                </c:pt>
                <c:pt idx="1820">
                  <c:v>0.96208129</c:v>
                </c:pt>
                <c:pt idx="1821">
                  <c:v>0.94072761</c:v>
                </c:pt>
                <c:pt idx="1822">
                  <c:v>0.61953992</c:v>
                </c:pt>
                <c:pt idx="1823">
                  <c:v>0.54922601</c:v>
                </c:pt>
                <c:pt idx="1824">
                  <c:v>0.59928931</c:v>
                </c:pt>
                <c:pt idx="1825">
                  <c:v>0.68424627</c:v>
                </c:pt>
                <c:pt idx="1826">
                  <c:v>0.55461523</c:v>
                </c:pt>
                <c:pt idx="1827">
                  <c:v>0.51835759</c:v>
                </c:pt>
                <c:pt idx="1828">
                  <c:v>0.55297344</c:v>
                </c:pt>
                <c:pt idx="1829">
                  <c:v>0.61635538</c:v>
                </c:pt>
                <c:pt idx="1830">
                  <c:v>0.56471786</c:v>
                </c:pt>
                <c:pt idx="1831">
                  <c:v>0.63114663</c:v>
                </c:pt>
                <c:pt idx="1832">
                  <c:v>0.628298</c:v>
                </c:pt>
                <c:pt idx="1833">
                  <c:v>0.58974602</c:v>
                </c:pt>
                <c:pt idx="1834">
                  <c:v>0.54568941</c:v>
                </c:pt>
                <c:pt idx="1835">
                  <c:v>0.61562314</c:v>
                </c:pt>
                <c:pt idx="1836">
                  <c:v>0.61611935</c:v>
                </c:pt>
                <c:pt idx="1837">
                  <c:v>0.60502328</c:v>
                </c:pt>
                <c:pt idx="1838">
                  <c:v>0.56913065</c:v>
                </c:pt>
                <c:pt idx="1839">
                  <c:v>0.61679807</c:v>
                </c:pt>
                <c:pt idx="1840">
                  <c:v>0.62389144</c:v>
                </c:pt>
                <c:pt idx="1841">
                  <c:v>0.59577387</c:v>
                </c:pt>
                <c:pt idx="1842">
                  <c:v>0.65235365</c:v>
                </c:pt>
                <c:pt idx="1843">
                  <c:v>0.65579179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Sheet1!$B$1847</c:f>
              <c:strCache>
                <c:ptCount val="1"/>
                <c:pt idx="0">
                  <c:v>CACCACT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8"/>
            <c:spPr>
              <a:solidFill>
                <a:srgbClr val="BE2D5F"/>
              </a:solidFill>
              <a:ln>
                <a:solidFill>
                  <a:srgbClr val="BE2D5F"/>
                </a:solidFill>
              </a:ln>
            </c:spPr>
          </c:marker>
          <c:xVal>
            <c:numRef>
              <c:f>Sheet1!$A$1848:$A$1848</c:f>
              <c:numCache>
                <c:formatCode>General</c:formatCode>
                <c:ptCount val="1"/>
                <c:pt idx="0">
                  <c:v>2.06237521</c:v>
                </c:pt>
              </c:numCache>
            </c:numRef>
          </c:xVal>
          <c:yVal>
            <c:numRef>
              <c:f>Sheet1!$B$1848:$B$1848</c:f>
              <c:numCache>
                <c:formatCode>General</c:formatCode>
                <c:ptCount val="1"/>
                <c:pt idx="0">
                  <c:v>2.03828624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Sheet1!$B$1850</c:f>
              <c:strCache>
                <c:ptCount val="1"/>
                <c:pt idx="0">
                  <c:v>TTCCACT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8"/>
            <c:spPr>
              <a:solidFill>
                <a:srgbClr val="23915F"/>
              </a:solidFill>
              <a:ln>
                <a:solidFill>
                  <a:srgbClr val="23915F"/>
                </a:solidFill>
              </a:ln>
            </c:spPr>
          </c:marker>
          <c:xVal>
            <c:numRef>
              <c:f>Sheet1!$A$1851:$A$1851</c:f>
              <c:numCache>
                <c:formatCode>General</c:formatCode>
                <c:ptCount val="1"/>
                <c:pt idx="0">
                  <c:v>1.98988296</c:v>
                </c:pt>
              </c:numCache>
            </c:numRef>
          </c:xVal>
          <c:yVal>
            <c:numRef>
              <c:f>Sheet1!$B$1851:$B$1851</c:f>
              <c:numCache>
                <c:formatCode>General</c:formatCode>
                <c:ptCount val="1"/>
                <c:pt idx="0">
                  <c:v>2.05466792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Sheet1!$B$1853</c:f>
              <c:strCache>
                <c:ptCount val="1"/>
                <c:pt idx="0">
                  <c:v>CACCACA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8"/>
            <c:spPr>
              <a:solidFill>
                <a:srgbClr val="8746B9"/>
              </a:solidFill>
              <a:ln>
                <a:solidFill>
                  <a:srgbClr val="8746B9"/>
                </a:solidFill>
              </a:ln>
            </c:spPr>
          </c:marker>
          <c:xVal>
            <c:numRef>
              <c:f>Sheet1!$A$1854:$A$1854</c:f>
              <c:numCache>
                <c:formatCode>General</c:formatCode>
                <c:ptCount val="1"/>
                <c:pt idx="0">
                  <c:v>2.03072853</c:v>
                </c:pt>
              </c:numCache>
            </c:numRef>
          </c:xVal>
          <c:yVal>
            <c:numRef>
              <c:f>Sheet1!$B$1854:$B$1854</c:f>
              <c:numCache>
                <c:formatCode>General</c:formatCode>
                <c:ptCount val="1"/>
                <c:pt idx="0">
                  <c:v>2.00791512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750">
                    <a:latin typeface="Arial"/>
                  </a:rPr>
                  <a:t>Replicate 1 methylation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D7D7D7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50">
                    <a:latin typeface="Arial"/>
                  </a:rPr>
                  <a:t>Replicate 2 methylation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Arial"/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11521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Arial"/>
              </a:rPr>
              <a:t>Figure 6. Motor-neuron CpH methylation exhibits reproducible, context-specific sequence preferences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566928"/>
            <a:ext cx="2788920" cy="2331720"/>
          </a:xfrm>
          <a:prstGeom prst="roundRect">
            <a:avLst/>
          </a:prstGeom>
          <a:solidFill>
            <a:srgbClr val="F7F8FA"/>
          </a:solidFill>
          <a:ln w="8890"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54680" y="566928"/>
            <a:ext cx="8759952" cy="2331720"/>
          </a:xfrm>
          <a:prstGeom prst="roundRect">
            <a:avLst/>
          </a:prstGeom>
          <a:solidFill>
            <a:srgbClr val="F7F8FA"/>
          </a:solidFill>
          <a:ln w="8890"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6032" y="3035808"/>
            <a:ext cx="4709160" cy="3429000"/>
          </a:xfrm>
          <a:prstGeom prst="roundRect">
            <a:avLst/>
          </a:prstGeom>
          <a:solidFill>
            <a:srgbClr val="F7F8FA"/>
          </a:solidFill>
          <a:ln w="8890"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74920" y="3035808"/>
            <a:ext cx="6839712" cy="3429000"/>
          </a:xfrm>
          <a:prstGeom prst="roundRect">
            <a:avLst/>
          </a:prstGeom>
          <a:solidFill>
            <a:srgbClr val="F7F8FA"/>
          </a:solidFill>
          <a:ln w="8890"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21792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323"/>
                </a:solidFill>
                <a:latin typeface="Arial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264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CpH class preference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621792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323"/>
                </a:solidFill>
                <a:latin typeface="Arial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7015" y="612648"/>
            <a:ext cx="4389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Trinucleotide preferences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99816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323"/>
                </a:solidFill>
                <a:latin typeface="Arial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90672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CHH flanking-nucleotide effects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3099816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32323"/>
                </a:solidFill>
                <a:latin typeface="Arial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7256" y="3090672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32323"/>
                </a:solidFill>
                <a:latin typeface="Arial"/>
              </a:rPr>
              <a:t>Extended 7-mer preferences replicate independently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02920" y="960120"/>
          <a:ext cx="2331720" cy="16642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6928" y="2633472"/>
            <a:ext cx="21762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F5F5F"/>
                </a:solidFill>
                <a:latin typeface="Arial"/>
              </a:rPr>
              <a:t>CpA/CpT ≈ 1.60× in both replicates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3429000" y="960120"/>
          <a:ext cx="2743200" cy="16642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315968" y="859536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32323"/>
                </a:solidFill>
                <a:latin typeface="Arial"/>
              </a:rPr>
              <a:t>CHG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291072" y="960120"/>
          <a:ext cx="5376672" cy="166420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458200" y="859536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32323"/>
                </a:solidFill>
                <a:latin typeface="Arial"/>
              </a:rPr>
              <a:t>CHH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447288"/>
            <a:ext cx="566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3447288"/>
            <a:ext cx="566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5415" y="3447288"/>
            <a:ext cx="566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52344" y="3447288"/>
            <a:ext cx="566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+1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272" y="3447288"/>
            <a:ext cx="566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+2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447288"/>
            <a:ext cx="566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+3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3794760"/>
            <a:ext cx="292608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4224528"/>
            <a:ext cx="292608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4654296"/>
            <a:ext cx="292608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5084064"/>
            <a:ext cx="292608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32323"/>
                </a:solidFill>
                <a:latin typeface="Arial"/>
              </a:rPr>
              <a:t>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" y="3794760"/>
            <a:ext cx="566928" cy="429768"/>
          </a:xfrm>
          <a:prstGeom prst="rect">
            <a:avLst/>
          </a:prstGeom>
          <a:solidFill>
            <a:srgbClr val="9DB5D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0.83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18488" y="3794760"/>
            <a:ext cx="566928" cy="429768"/>
          </a:xfrm>
          <a:prstGeom prst="rect">
            <a:avLst/>
          </a:prstGeom>
          <a:solidFill>
            <a:srgbClr val="A2B9D4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0.82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5415" y="3794760"/>
            <a:ext cx="566928" cy="429768"/>
          </a:xfrm>
          <a:prstGeom prst="rect">
            <a:avLst/>
          </a:prstGeom>
          <a:solidFill>
            <a:srgbClr val="B7CAD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0.76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52344" y="3794760"/>
            <a:ext cx="566928" cy="429768"/>
          </a:xfrm>
          <a:prstGeom prst="rect">
            <a:avLst/>
          </a:prstGeom>
          <a:solidFill>
            <a:srgbClr val="6288B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0.99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19272" y="3794760"/>
            <a:ext cx="566928" cy="429768"/>
          </a:xfrm>
          <a:prstGeom prst="rect">
            <a:avLst/>
          </a:prstGeom>
          <a:solidFill>
            <a:srgbClr val="ADC2DA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0.79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6200" y="3794760"/>
            <a:ext cx="566928" cy="429768"/>
          </a:xfrm>
          <a:prstGeom prst="rect">
            <a:avLst/>
          </a:prstGeom>
          <a:solidFill>
            <a:srgbClr val="A0B8D4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0.82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224528"/>
            <a:ext cx="566928" cy="429768"/>
          </a:xfrm>
          <a:prstGeom prst="rect">
            <a:avLst/>
          </a:prstGeom>
          <a:solidFill>
            <a:srgbClr val="9FB7D3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0.82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18488" y="4224528"/>
            <a:ext cx="566928" cy="429768"/>
          </a:xfrm>
          <a:prstGeom prst="rect">
            <a:avLst/>
          </a:prstGeom>
          <a:solidFill>
            <a:srgbClr val="82A1C5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0.90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85415" y="4224528"/>
            <a:ext cx="566928" cy="429768"/>
          </a:xfrm>
          <a:prstGeom prst="rect">
            <a:avLst/>
          </a:prstGeom>
          <a:solidFill>
            <a:srgbClr val="2D5F9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1.13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52344" y="4224528"/>
            <a:ext cx="566928" cy="429768"/>
          </a:xfrm>
          <a:prstGeom prst="rect">
            <a:avLst/>
          </a:prstGeom>
          <a:solidFill>
            <a:srgbClr val="D2DEE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0.69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19272" y="4224528"/>
            <a:ext cx="566928" cy="429768"/>
          </a:xfrm>
          <a:prstGeom prst="rect">
            <a:avLst/>
          </a:prstGeom>
          <a:solidFill>
            <a:srgbClr val="7193B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0.95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86200" y="4224528"/>
            <a:ext cx="566928" cy="429768"/>
          </a:xfrm>
          <a:prstGeom prst="rect">
            <a:avLst/>
          </a:prstGeom>
          <a:solidFill>
            <a:srgbClr val="A6BCD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0.81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" y="4654296"/>
            <a:ext cx="566928" cy="429768"/>
          </a:xfrm>
          <a:prstGeom prst="rect">
            <a:avLst/>
          </a:prstGeom>
          <a:solidFill>
            <a:srgbClr val="B1C5D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0.78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18488" y="4654296"/>
            <a:ext cx="566928" cy="429768"/>
          </a:xfrm>
          <a:prstGeom prst="rect">
            <a:avLst/>
          </a:prstGeom>
          <a:solidFill>
            <a:srgbClr val="B3C7D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0.77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85415" y="4654296"/>
            <a:ext cx="566928" cy="429768"/>
          </a:xfrm>
          <a:prstGeom prst="rect">
            <a:avLst/>
          </a:prstGeom>
          <a:solidFill>
            <a:srgbClr val="BCCEE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0.75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52344" y="4654296"/>
            <a:ext cx="566928" cy="429768"/>
          </a:xfrm>
          <a:prstGeom prst="rect">
            <a:avLst/>
          </a:prstGeom>
          <a:solidFill>
            <a:srgbClr val="EBEBE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19272" y="4654296"/>
            <a:ext cx="566928" cy="429768"/>
          </a:xfrm>
          <a:prstGeom prst="rect">
            <a:avLst/>
          </a:prstGeom>
          <a:solidFill>
            <a:srgbClr val="EBEBE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86200" y="4654296"/>
            <a:ext cx="566928" cy="429768"/>
          </a:xfrm>
          <a:prstGeom prst="rect">
            <a:avLst/>
          </a:prstGeom>
          <a:solidFill>
            <a:srgbClr val="B0C4D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0.78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1560" y="5084064"/>
            <a:ext cx="566928" cy="429768"/>
          </a:xfrm>
          <a:prstGeom prst="rect">
            <a:avLst/>
          </a:prstGeom>
          <a:solidFill>
            <a:srgbClr val="A0B8D4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0.82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18488" y="5084064"/>
            <a:ext cx="566928" cy="429768"/>
          </a:xfrm>
          <a:prstGeom prst="rect">
            <a:avLst/>
          </a:prstGeom>
          <a:solidFill>
            <a:srgbClr val="A5BCD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0.81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85415" y="5084064"/>
            <a:ext cx="566928" cy="429768"/>
          </a:xfrm>
          <a:prstGeom prst="rect">
            <a:avLst/>
          </a:prstGeom>
          <a:solidFill>
            <a:srgbClr val="B5C8DE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0.77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52344" y="5084064"/>
            <a:ext cx="566928" cy="429768"/>
          </a:xfrm>
          <a:prstGeom prst="rect">
            <a:avLst/>
          </a:prstGeom>
          <a:solidFill>
            <a:srgbClr val="EBF2F9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0.62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19272" y="5084064"/>
            <a:ext cx="566928" cy="429768"/>
          </a:xfrm>
          <a:prstGeom prst="rect">
            <a:avLst/>
          </a:prstGeom>
          <a:solidFill>
            <a:srgbClr val="AAC0D9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0.79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86200" y="5084064"/>
            <a:ext cx="566928" cy="429768"/>
          </a:xfrm>
          <a:prstGeom prst="rect">
            <a:avLst/>
          </a:prstGeom>
          <a:solidFill>
            <a:srgbClr val="98B1D0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32323"/>
                </a:solidFill>
                <a:latin typeface="Arial"/>
              </a:rPr>
              <a:t>0.84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" y="5577840"/>
            <a:ext cx="3429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5F5F5F"/>
                </a:solidFill>
                <a:latin typeface="Arial"/>
              </a:rPr>
              <a:t>Mean methylation (%) averaged across replicates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5870448"/>
            <a:ext cx="416052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32323"/>
                </a:solidFill>
                <a:latin typeface="Arial"/>
              </a:rPr>
              <a:t>Strongest features: −1 C, +1 A and +2 C; +3 T is favored and +3 G is disfavored.</a:t>
            </a:r>
          </a:p>
        </p:txBody>
      </p:sp>
      <p:graphicFrame>
        <p:nvGraphicFramePr>
          <p:cNvPr id="57" name="Chart 56"/>
          <p:cNvGraphicFramePr>
            <a:graphicFrameLocks noGrp="1"/>
          </p:cNvGraphicFramePr>
          <p:nvPr/>
        </p:nvGraphicFramePr>
        <p:xfrm>
          <a:off x="5321808" y="3520440"/>
          <a:ext cx="306324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5413248" y="3547872"/>
            <a:ext cx="685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32323"/>
                </a:solidFill>
                <a:latin typeface="Arial"/>
              </a:rPr>
              <a:t>CHG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42048" y="3547872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232323"/>
                </a:solidFill>
                <a:latin typeface="Arial"/>
              </a:rPr>
              <a:t>ρ = 0.966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3803904"/>
            <a:ext cx="1143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BE2D5F"/>
                </a:solidFill>
                <a:latin typeface="Arial"/>
              </a:rPr>
              <a:t>TGCCAGC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4014216"/>
            <a:ext cx="1143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23915F"/>
                </a:solidFill>
                <a:latin typeface="Arial"/>
              </a:rPr>
              <a:t>CACCAGT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4224528"/>
            <a:ext cx="1143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8746B9"/>
                </a:solidFill>
                <a:latin typeface="Arial"/>
              </a:rPr>
              <a:t>TACCAGC</a:t>
            </a:r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8549640" y="3520440"/>
          <a:ext cx="3063240" cy="2514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8641080" y="3547872"/>
            <a:ext cx="685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32323"/>
                </a:solidFill>
                <a:latin typeface="Arial"/>
              </a:rPr>
              <a:t>CHH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69880" y="3547872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1">
                <a:solidFill>
                  <a:srgbClr val="232323"/>
                </a:solidFill>
                <a:latin typeface="Arial"/>
              </a:rPr>
              <a:t>ρ = 0.953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8712" y="3803904"/>
            <a:ext cx="1143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BE2D5F"/>
                </a:solidFill>
                <a:latin typeface="Arial"/>
              </a:rPr>
              <a:t>CACCACT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68712" y="4014216"/>
            <a:ext cx="1143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23915F"/>
                </a:solidFill>
                <a:latin typeface="Arial"/>
              </a:rPr>
              <a:t>TTCCACT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68712" y="4224528"/>
            <a:ext cx="1143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8746B9"/>
                </a:solidFill>
                <a:latin typeface="Arial"/>
              </a:rPr>
              <a:t>CACCACA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32120" y="6089904"/>
            <a:ext cx="5806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5F5F5F"/>
                </a:solidFill>
                <a:latin typeface="Arial"/>
              </a:rPr>
              <a:t>Motifs present in both replicates with ≥1,000 sites; Spearman rank correlation.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" y="6519672"/>
            <a:ext cx="11338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>
                <a:solidFill>
                  <a:srgbClr val="5F5F5F"/>
                </a:solidFill>
                <a:latin typeface="Arial"/>
              </a:rPr>
              <a:t>All analyses use sites with ≥10× coverage. Bars and heatmap show site-unweighted mean methylation.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